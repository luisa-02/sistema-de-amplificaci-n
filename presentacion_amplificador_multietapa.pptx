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A319E-0547-4DC0-AB9A-A13E84F7F3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F721D7-8B50-475E-89F3-02D293E5BA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Las señales de audio suelen tener bajo nivel de voltaje.</a:t>
          </a:r>
        </a:p>
      </dgm:t>
    </dgm:pt>
    <dgm:pt modelId="{82EA5064-0A0C-4E69-8901-3FFAD35B6305}" type="parTrans" cxnId="{A6E03609-FE00-4A90-AAE3-24AE29CB9ED9}">
      <dgm:prSet/>
      <dgm:spPr/>
      <dgm:t>
        <a:bodyPr/>
        <a:lstStyle/>
        <a:p>
          <a:endParaRPr lang="en-US"/>
        </a:p>
      </dgm:t>
    </dgm:pt>
    <dgm:pt modelId="{FE882CD7-126D-4EB3-ACFD-DA41046D155C}" type="sibTrans" cxnId="{A6E03609-FE00-4A90-AAE3-24AE29CB9ED9}">
      <dgm:prSet/>
      <dgm:spPr/>
      <dgm:t>
        <a:bodyPr/>
        <a:lstStyle/>
        <a:p>
          <a:endParaRPr lang="en-US"/>
        </a:p>
      </dgm:t>
    </dgm:pt>
    <dgm:pt modelId="{FE194384-F354-4B34-A004-16597F4FBE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Los amplificadores permiten aumentar su amplitud.</a:t>
          </a:r>
        </a:p>
      </dgm:t>
    </dgm:pt>
    <dgm:pt modelId="{00970B2F-14E5-4EDF-A612-E29887B9C80C}" type="parTrans" cxnId="{4B737A57-1A7D-4B64-B294-A4FD83C456D7}">
      <dgm:prSet/>
      <dgm:spPr/>
      <dgm:t>
        <a:bodyPr/>
        <a:lstStyle/>
        <a:p>
          <a:endParaRPr lang="en-US"/>
        </a:p>
      </dgm:t>
    </dgm:pt>
    <dgm:pt modelId="{98FD6330-865E-4368-A35C-C40462CE4C45}" type="sibTrans" cxnId="{4B737A57-1A7D-4B64-B294-A4FD83C456D7}">
      <dgm:prSet/>
      <dgm:spPr/>
      <dgm:t>
        <a:bodyPr/>
        <a:lstStyle/>
        <a:p>
          <a:endParaRPr lang="en-US"/>
        </a:p>
      </dgm:t>
    </dgm:pt>
    <dgm:pt modelId="{0A52F09A-5B32-41FC-9123-F8028DB14C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 utilizan transistores BJT para controlar señales pequeñas y obtener mayor potencia.</a:t>
          </a:r>
        </a:p>
      </dgm:t>
    </dgm:pt>
    <dgm:pt modelId="{052F0B1E-82A4-485C-B69E-DAE903F02F13}" type="parTrans" cxnId="{35DDEB25-89BD-4C82-B670-9076D540FBA5}">
      <dgm:prSet/>
      <dgm:spPr/>
      <dgm:t>
        <a:bodyPr/>
        <a:lstStyle/>
        <a:p>
          <a:endParaRPr lang="en-US"/>
        </a:p>
      </dgm:t>
    </dgm:pt>
    <dgm:pt modelId="{B398531E-378D-4B4F-9A76-BE625DC69AD0}" type="sibTrans" cxnId="{35DDEB25-89BD-4C82-B670-9076D540FBA5}">
      <dgm:prSet/>
      <dgm:spPr/>
      <dgm:t>
        <a:bodyPr/>
        <a:lstStyle/>
        <a:p>
          <a:endParaRPr lang="en-US"/>
        </a:p>
      </dgm:t>
    </dgm:pt>
    <dgm:pt modelId="{9042BB57-51A5-43B4-96C3-85572B9BE317}" type="pres">
      <dgm:prSet presAssocID="{D9DA319E-0547-4DC0-AB9A-A13E84F7F382}" presName="root" presStyleCnt="0">
        <dgm:presLayoutVars>
          <dgm:dir/>
          <dgm:resizeHandles val="exact"/>
        </dgm:presLayoutVars>
      </dgm:prSet>
      <dgm:spPr/>
    </dgm:pt>
    <dgm:pt modelId="{D69B9603-AF1A-445B-88CD-F2D35AF49791}" type="pres">
      <dgm:prSet presAssocID="{91F721D7-8B50-475E-89F3-02D293E5BA4E}" presName="compNode" presStyleCnt="0"/>
      <dgm:spPr/>
    </dgm:pt>
    <dgm:pt modelId="{9590EE7D-BBA4-465F-A5A5-162EF6F87603}" type="pres">
      <dgm:prSet presAssocID="{91F721D7-8B50-475E-89F3-02D293E5BA4E}" presName="bgRect" presStyleLbl="bgShp" presStyleIdx="0" presStyleCnt="3"/>
      <dgm:spPr/>
    </dgm:pt>
    <dgm:pt modelId="{CACA0337-D579-46AB-B57B-449695A48BB2}" type="pres">
      <dgm:prSet presAssocID="{91F721D7-8B50-475E-89F3-02D293E5BA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9DFDF488-45CD-4555-ABA7-BFCDA671D442}" type="pres">
      <dgm:prSet presAssocID="{91F721D7-8B50-475E-89F3-02D293E5BA4E}" presName="spaceRect" presStyleCnt="0"/>
      <dgm:spPr/>
    </dgm:pt>
    <dgm:pt modelId="{FE3491C3-DE11-426E-A9CB-75D635D226A1}" type="pres">
      <dgm:prSet presAssocID="{91F721D7-8B50-475E-89F3-02D293E5BA4E}" presName="parTx" presStyleLbl="revTx" presStyleIdx="0" presStyleCnt="3">
        <dgm:presLayoutVars>
          <dgm:chMax val="0"/>
          <dgm:chPref val="0"/>
        </dgm:presLayoutVars>
      </dgm:prSet>
      <dgm:spPr/>
    </dgm:pt>
    <dgm:pt modelId="{AAA08F73-C184-40A8-8D78-1F43CE442D8D}" type="pres">
      <dgm:prSet presAssocID="{FE882CD7-126D-4EB3-ACFD-DA41046D155C}" presName="sibTrans" presStyleCnt="0"/>
      <dgm:spPr/>
    </dgm:pt>
    <dgm:pt modelId="{A09E1CAE-A914-457B-A4A5-9F07ECF0FD7B}" type="pres">
      <dgm:prSet presAssocID="{FE194384-F354-4B34-A004-16597F4FBE2B}" presName="compNode" presStyleCnt="0"/>
      <dgm:spPr/>
    </dgm:pt>
    <dgm:pt modelId="{94B43A7C-D6A1-491C-9B1A-87FBFC0C471D}" type="pres">
      <dgm:prSet presAssocID="{FE194384-F354-4B34-A004-16597F4FBE2B}" presName="bgRect" presStyleLbl="bgShp" presStyleIdx="1" presStyleCnt="3"/>
      <dgm:spPr/>
    </dgm:pt>
    <dgm:pt modelId="{1E2A527A-90D6-40A1-9D77-F552473DF918}" type="pres">
      <dgm:prSet presAssocID="{FE194384-F354-4B34-A004-16597F4FBE2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tavoces"/>
        </a:ext>
      </dgm:extLst>
    </dgm:pt>
    <dgm:pt modelId="{E17EFACF-8271-4F76-B1BF-AAFCEF8B7FA8}" type="pres">
      <dgm:prSet presAssocID="{FE194384-F354-4B34-A004-16597F4FBE2B}" presName="spaceRect" presStyleCnt="0"/>
      <dgm:spPr/>
    </dgm:pt>
    <dgm:pt modelId="{36E770A5-47EB-49FD-8274-A1E407597838}" type="pres">
      <dgm:prSet presAssocID="{FE194384-F354-4B34-A004-16597F4FBE2B}" presName="parTx" presStyleLbl="revTx" presStyleIdx="1" presStyleCnt="3">
        <dgm:presLayoutVars>
          <dgm:chMax val="0"/>
          <dgm:chPref val="0"/>
        </dgm:presLayoutVars>
      </dgm:prSet>
      <dgm:spPr/>
    </dgm:pt>
    <dgm:pt modelId="{E07BA49F-CCF4-4B4F-A759-D356928ABAA4}" type="pres">
      <dgm:prSet presAssocID="{98FD6330-865E-4368-A35C-C40462CE4C45}" presName="sibTrans" presStyleCnt="0"/>
      <dgm:spPr/>
    </dgm:pt>
    <dgm:pt modelId="{AC373BE6-C0D6-41A0-9416-F7955944C771}" type="pres">
      <dgm:prSet presAssocID="{0A52F09A-5B32-41FC-9123-F8028DB14C84}" presName="compNode" presStyleCnt="0"/>
      <dgm:spPr/>
    </dgm:pt>
    <dgm:pt modelId="{F570964C-4406-47B0-8D80-C392AB1246DC}" type="pres">
      <dgm:prSet presAssocID="{0A52F09A-5B32-41FC-9123-F8028DB14C84}" presName="bgRect" presStyleLbl="bgShp" presStyleIdx="2" presStyleCnt="3"/>
      <dgm:spPr/>
    </dgm:pt>
    <dgm:pt modelId="{6A250E89-3C76-4012-8664-FA913390B228}" type="pres">
      <dgm:prSet presAssocID="{0A52F09A-5B32-41FC-9123-F8028DB14C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E1C25AE-BF8C-4BC9-8E01-ACF75E8FDEFB}" type="pres">
      <dgm:prSet presAssocID="{0A52F09A-5B32-41FC-9123-F8028DB14C84}" presName="spaceRect" presStyleCnt="0"/>
      <dgm:spPr/>
    </dgm:pt>
    <dgm:pt modelId="{805857C7-4F61-4185-AB14-665B98E2815A}" type="pres">
      <dgm:prSet presAssocID="{0A52F09A-5B32-41FC-9123-F8028DB14C8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7C85903-DE98-4B96-8704-909BC249D2F6}" type="presOf" srcId="{91F721D7-8B50-475E-89F3-02D293E5BA4E}" destId="{FE3491C3-DE11-426E-A9CB-75D635D226A1}" srcOrd="0" destOrd="0" presId="urn:microsoft.com/office/officeart/2018/2/layout/IconVerticalSolidList"/>
    <dgm:cxn modelId="{A6E03609-FE00-4A90-AAE3-24AE29CB9ED9}" srcId="{D9DA319E-0547-4DC0-AB9A-A13E84F7F382}" destId="{91F721D7-8B50-475E-89F3-02D293E5BA4E}" srcOrd="0" destOrd="0" parTransId="{82EA5064-0A0C-4E69-8901-3FFAD35B6305}" sibTransId="{FE882CD7-126D-4EB3-ACFD-DA41046D155C}"/>
    <dgm:cxn modelId="{7674EC1A-03C8-4E38-A0DF-13463A99A8EC}" type="presOf" srcId="{D9DA319E-0547-4DC0-AB9A-A13E84F7F382}" destId="{9042BB57-51A5-43B4-96C3-85572B9BE317}" srcOrd="0" destOrd="0" presId="urn:microsoft.com/office/officeart/2018/2/layout/IconVerticalSolidList"/>
    <dgm:cxn modelId="{A2B07A1D-961B-41B6-A120-9DB49674C1DB}" type="presOf" srcId="{FE194384-F354-4B34-A004-16597F4FBE2B}" destId="{36E770A5-47EB-49FD-8274-A1E407597838}" srcOrd="0" destOrd="0" presId="urn:microsoft.com/office/officeart/2018/2/layout/IconVerticalSolidList"/>
    <dgm:cxn modelId="{35DDEB25-89BD-4C82-B670-9076D540FBA5}" srcId="{D9DA319E-0547-4DC0-AB9A-A13E84F7F382}" destId="{0A52F09A-5B32-41FC-9123-F8028DB14C84}" srcOrd="2" destOrd="0" parTransId="{052F0B1E-82A4-485C-B69E-DAE903F02F13}" sibTransId="{B398531E-378D-4B4F-9A76-BE625DC69AD0}"/>
    <dgm:cxn modelId="{4B737A57-1A7D-4B64-B294-A4FD83C456D7}" srcId="{D9DA319E-0547-4DC0-AB9A-A13E84F7F382}" destId="{FE194384-F354-4B34-A004-16597F4FBE2B}" srcOrd="1" destOrd="0" parTransId="{00970B2F-14E5-4EDF-A612-E29887B9C80C}" sibTransId="{98FD6330-865E-4368-A35C-C40462CE4C45}"/>
    <dgm:cxn modelId="{015453B1-855E-4527-88B7-13597BC57E4C}" type="presOf" srcId="{0A52F09A-5B32-41FC-9123-F8028DB14C84}" destId="{805857C7-4F61-4185-AB14-665B98E2815A}" srcOrd="0" destOrd="0" presId="urn:microsoft.com/office/officeart/2018/2/layout/IconVerticalSolidList"/>
    <dgm:cxn modelId="{D4A1EBE6-A907-4259-9D53-6025ED726C16}" type="presParOf" srcId="{9042BB57-51A5-43B4-96C3-85572B9BE317}" destId="{D69B9603-AF1A-445B-88CD-F2D35AF49791}" srcOrd="0" destOrd="0" presId="urn:microsoft.com/office/officeart/2018/2/layout/IconVerticalSolidList"/>
    <dgm:cxn modelId="{A9CCF2B7-FE23-4479-AF4B-57A8A1120F64}" type="presParOf" srcId="{D69B9603-AF1A-445B-88CD-F2D35AF49791}" destId="{9590EE7D-BBA4-465F-A5A5-162EF6F87603}" srcOrd="0" destOrd="0" presId="urn:microsoft.com/office/officeart/2018/2/layout/IconVerticalSolidList"/>
    <dgm:cxn modelId="{11E71F15-820D-40D7-B62F-2D4FFA22BF48}" type="presParOf" srcId="{D69B9603-AF1A-445B-88CD-F2D35AF49791}" destId="{CACA0337-D579-46AB-B57B-449695A48BB2}" srcOrd="1" destOrd="0" presId="urn:microsoft.com/office/officeart/2018/2/layout/IconVerticalSolidList"/>
    <dgm:cxn modelId="{A0902E3D-7CAF-4F2A-BEB7-D7A6E2E2D158}" type="presParOf" srcId="{D69B9603-AF1A-445B-88CD-F2D35AF49791}" destId="{9DFDF488-45CD-4555-ABA7-BFCDA671D442}" srcOrd="2" destOrd="0" presId="urn:microsoft.com/office/officeart/2018/2/layout/IconVerticalSolidList"/>
    <dgm:cxn modelId="{57832393-904E-4080-B2C6-D62BAF472E58}" type="presParOf" srcId="{D69B9603-AF1A-445B-88CD-F2D35AF49791}" destId="{FE3491C3-DE11-426E-A9CB-75D635D226A1}" srcOrd="3" destOrd="0" presId="urn:microsoft.com/office/officeart/2018/2/layout/IconVerticalSolidList"/>
    <dgm:cxn modelId="{DB79FC5C-7E1F-4C4B-B4B6-FA5BAA18B0D2}" type="presParOf" srcId="{9042BB57-51A5-43B4-96C3-85572B9BE317}" destId="{AAA08F73-C184-40A8-8D78-1F43CE442D8D}" srcOrd="1" destOrd="0" presId="urn:microsoft.com/office/officeart/2018/2/layout/IconVerticalSolidList"/>
    <dgm:cxn modelId="{07F27221-C512-4954-9FAC-88049BCFD6A0}" type="presParOf" srcId="{9042BB57-51A5-43B4-96C3-85572B9BE317}" destId="{A09E1CAE-A914-457B-A4A5-9F07ECF0FD7B}" srcOrd="2" destOrd="0" presId="urn:microsoft.com/office/officeart/2018/2/layout/IconVerticalSolidList"/>
    <dgm:cxn modelId="{51B27FED-5937-4CC2-9395-537A7DD3947F}" type="presParOf" srcId="{A09E1CAE-A914-457B-A4A5-9F07ECF0FD7B}" destId="{94B43A7C-D6A1-491C-9B1A-87FBFC0C471D}" srcOrd="0" destOrd="0" presId="urn:microsoft.com/office/officeart/2018/2/layout/IconVerticalSolidList"/>
    <dgm:cxn modelId="{E2EBAB38-5FA4-4AC5-8BE7-8D28BD189DDE}" type="presParOf" srcId="{A09E1CAE-A914-457B-A4A5-9F07ECF0FD7B}" destId="{1E2A527A-90D6-40A1-9D77-F552473DF918}" srcOrd="1" destOrd="0" presId="urn:microsoft.com/office/officeart/2018/2/layout/IconVerticalSolidList"/>
    <dgm:cxn modelId="{7A7AB417-6387-4EBB-A03B-6C57F2183BFA}" type="presParOf" srcId="{A09E1CAE-A914-457B-A4A5-9F07ECF0FD7B}" destId="{E17EFACF-8271-4F76-B1BF-AAFCEF8B7FA8}" srcOrd="2" destOrd="0" presId="urn:microsoft.com/office/officeart/2018/2/layout/IconVerticalSolidList"/>
    <dgm:cxn modelId="{EB7F8100-6227-472D-9616-793C0C66A16D}" type="presParOf" srcId="{A09E1CAE-A914-457B-A4A5-9F07ECF0FD7B}" destId="{36E770A5-47EB-49FD-8274-A1E407597838}" srcOrd="3" destOrd="0" presId="urn:microsoft.com/office/officeart/2018/2/layout/IconVerticalSolidList"/>
    <dgm:cxn modelId="{5ED8D0DB-D2CA-427C-84E2-8EB59C9F52CB}" type="presParOf" srcId="{9042BB57-51A5-43B4-96C3-85572B9BE317}" destId="{E07BA49F-CCF4-4B4F-A759-D356928ABAA4}" srcOrd="3" destOrd="0" presId="urn:microsoft.com/office/officeart/2018/2/layout/IconVerticalSolidList"/>
    <dgm:cxn modelId="{A3BE977D-ECDE-4E94-BB04-75662F85A5E9}" type="presParOf" srcId="{9042BB57-51A5-43B4-96C3-85572B9BE317}" destId="{AC373BE6-C0D6-41A0-9416-F7955944C771}" srcOrd="4" destOrd="0" presId="urn:microsoft.com/office/officeart/2018/2/layout/IconVerticalSolidList"/>
    <dgm:cxn modelId="{289477D8-E479-41F0-8DCE-F4472C171E3D}" type="presParOf" srcId="{AC373BE6-C0D6-41A0-9416-F7955944C771}" destId="{F570964C-4406-47B0-8D80-C392AB1246DC}" srcOrd="0" destOrd="0" presId="urn:microsoft.com/office/officeart/2018/2/layout/IconVerticalSolidList"/>
    <dgm:cxn modelId="{F7108810-5AA9-4EF5-8F8F-89178DF5669E}" type="presParOf" srcId="{AC373BE6-C0D6-41A0-9416-F7955944C771}" destId="{6A250E89-3C76-4012-8664-FA913390B228}" srcOrd="1" destOrd="0" presId="urn:microsoft.com/office/officeart/2018/2/layout/IconVerticalSolidList"/>
    <dgm:cxn modelId="{3213DE65-42D2-4D80-B08A-533C142F170A}" type="presParOf" srcId="{AC373BE6-C0D6-41A0-9416-F7955944C771}" destId="{5E1C25AE-BF8C-4BC9-8E01-ACF75E8FDEFB}" srcOrd="2" destOrd="0" presId="urn:microsoft.com/office/officeart/2018/2/layout/IconVerticalSolidList"/>
    <dgm:cxn modelId="{FDAD1241-F6BE-4249-BF1A-67C3484BE493}" type="presParOf" srcId="{AC373BE6-C0D6-41A0-9416-F7955944C771}" destId="{805857C7-4F61-4185-AB14-665B98E281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11252-7C81-4EE5-A07E-5E7D12A8DA0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5C17EE-F85D-4C98-8E20-1D2B1C1CA3C1}">
      <dgm:prSet/>
      <dgm:spPr/>
      <dgm:t>
        <a:bodyPr/>
        <a:lstStyle/>
        <a:p>
          <a:pPr>
            <a:defRPr cap="all"/>
          </a:pPr>
          <a:r>
            <a:rPr lang="en-US"/>
            <a:t>Diseñar, analizar, simular e implementar un amplificador multietapa.</a:t>
          </a:r>
        </a:p>
      </dgm:t>
    </dgm:pt>
    <dgm:pt modelId="{FCB855A9-8778-4DAD-98F0-4164B84BBDC6}" type="parTrans" cxnId="{E11B5586-0C96-46BD-8EB9-8C432F836E62}">
      <dgm:prSet/>
      <dgm:spPr/>
      <dgm:t>
        <a:bodyPr/>
        <a:lstStyle/>
        <a:p>
          <a:endParaRPr lang="en-US"/>
        </a:p>
      </dgm:t>
    </dgm:pt>
    <dgm:pt modelId="{3E8CCF2C-5FC5-4625-ADE1-7E69A840C63E}" type="sibTrans" cxnId="{E11B5586-0C96-46BD-8EB9-8C432F836E62}">
      <dgm:prSet/>
      <dgm:spPr/>
      <dgm:t>
        <a:bodyPr/>
        <a:lstStyle/>
        <a:p>
          <a:endParaRPr lang="en-US"/>
        </a:p>
      </dgm:t>
    </dgm:pt>
    <dgm:pt modelId="{D2E6AAC5-5B15-45DF-B7E7-830E6000D63F}">
      <dgm:prSet/>
      <dgm:spPr/>
      <dgm:t>
        <a:bodyPr/>
        <a:lstStyle/>
        <a:p>
          <a:pPr>
            <a:defRPr cap="all"/>
          </a:pPr>
          <a:r>
            <a:rPr lang="en-US"/>
            <a:t>Usar transistores BJT.</a:t>
          </a:r>
        </a:p>
      </dgm:t>
    </dgm:pt>
    <dgm:pt modelId="{EB511B27-1082-4391-B7F2-4FC677B1E42B}" type="parTrans" cxnId="{5CDE1CC1-62B5-40CF-9BA1-A8EB45C928FE}">
      <dgm:prSet/>
      <dgm:spPr/>
      <dgm:t>
        <a:bodyPr/>
        <a:lstStyle/>
        <a:p>
          <a:endParaRPr lang="en-US"/>
        </a:p>
      </dgm:t>
    </dgm:pt>
    <dgm:pt modelId="{4C83B32D-455D-4EEC-AF5D-EDF5FD18EECB}" type="sibTrans" cxnId="{5CDE1CC1-62B5-40CF-9BA1-A8EB45C928FE}">
      <dgm:prSet/>
      <dgm:spPr/>
      <dgm:t>
        <a:bodyPr/>
        <a:lstStyle/>
        <a:p>
          <a:endParaRPr lang="en-US"/>
        </a:p>
      </dgm:t>
    </dgm:pt>
    <dgm:pt modelId="{B218F5DB-DF1E-4696-965B-99B3C2FDD813}">
      <dgm:prSet/>
      <dgm:spPr/>
      <dgm:t>
        <a:bodyPr/>
        <a:lstStyle/>
        <a:p>
          <a:pPr>
            <a:defRPr cap="all"/>
          </a:pPr>
          <a:r>
            <a:rPr lang="en-US"/>
            <a:t>Obtener una ganancia de voltaje aproximada entre 300 y 400.</a:t>
          </a:r>
        </a:p>
      </dgm:t>
    </dgm:pt>
    <dgm:pt modelId="{9F45CCA9-14D6-49EB-A10D-53D15305B876}" type="parTrans" cxnId="{2D4B4452-D7E2-47B0-9C62-82A5350D5D6B}">
      <dgm:prSet/>
      <dgm:spPr/>
      <dgm:t>
        <a:bodyPr/>
        <a:lstStyle/>
        <a:p>
          <a:endParaRPr lang="en-US"/>
        </a:p>
      </dgm:t>
    </dgm:pt>
    <dgm:pt modelId="{48E31EDC-B2BE-4701-958C-EC96717B6DA4}" type="sibTrans" cxnId="{2D4B4452-D7E2-47B0-9C62-82A5350D5D6B}">
      <dgm:prSet/>
      <dgm:spPr/>
      <dgm:t>
        <a:bodyPr/>
        <a:lstStyle/>
        <a:p>
          <a:endParaRPr lang="en-US"/>
        </a:p>
      </dgm:t>
    </dgm:pt>
    <dgm:pt modelId="{32462E31-61EF-40C6-9DDE-D0D3244C9BBB}" type="pres">
      <dgm:prSet presAssocID="{5C811252-7C81-4EE5-A07E-5E7D12A8DA08}" presName="root" presStyleCnt="0">
        <dgm:presLayoutVars>
          <dgm:dir/>
          <dgm:resizeHandles val="exact"/>
        </dgm:presLayoutVars>
      </dgm:prSet>
      <dgm:spPr/>
    </dgm:pt>
    <dgm:pt modelId="{0F2400BB-D7B6-498B-8B59-D092A5104FFB}" type="pres">
      <dgm:prSet presAssocID="{595C17EE-F85D-4C98-8E20-1D2B1C1CA3C1}" presName="compNode" presStyleCnt="0"/>
      <dgm:spPr/>
    </dgm:pt>
    <dgm:pt modelId="{DC72BA57-9793-474E-85B6-13DFC4A5747E}" type="pres">
      <dgm:prSet presAssocID="{595C17EE-F85D-4C98-8E20-1D2B1C1CA3C1}" presName="iconBgRect" presStyleLbl="bgShp" presStyleIdx="0" presStyleCnt="3"/>
      <dgm:spPr/>
    </dgm:pt>
    <dgm:pt modelId="{B09CA35D-9971-4C77-82AC-B0B47608CCC3}" type="pres">
      <dgm:prSet presAssocID="{595C17EE-F85D-4C98-8E20-1D2B1C1CA3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4F1106E-4E39-462C-890C-3912E8037136}" type="pres">
      <dgm:prSet presAssocID="{595C17EE-F85D-4C98-8E20-1D2B1C1CA3C1}" presName="spaceRect" presStyleCnt="0"/>
      <dgm:spPr/>
    </dgm:pt>
    <dgm:pt modelId="{4B903A57-DF38-4CFA-9674-EEEBA07EEB50}" type="pres">
      <dgm:prSet presAssocID="{595C17EE-F85D-4C98-8E20-1D2B1C1CA3C1}" presName="textRect" presStyleLbl="revTx" presStyleIdx="0" presStyleCnt="3">
        <dgm:presLayoutVars>
          <dgm:chMax val="1"/>
          <dgm:chPref val="1"/>
        </dgm:presLayoutVars>
      </dgm:prSet>
      <dgm:spPr/>
    </dgm:pt>
    <dgm:pt modelId="{0BDFF92E-4517-4219-AC6B-6DE0B06FA75C}" type="pres">
      <dgm:prSet presAssocID="{3E8CCF2C-5FC5-4625-ADE1-7E69A840C63E}" presName="sibTrans" presStyleCnt="0"/>
      <dgm:spPr/>
    </dgm:pt>
    <dgm:pt modelId="{C922418C-9E23-402F-B350-67A0CE8BD73D}" type="pres">
      <dgm:prSet presAssocID="{D2E6AAC5-5B15-45DF-B7E7-830E6000D63F}" presName="compNode" presStyleCnt="0"/>
      <dgm:spPr/>
    </dgm:pt>
    <dgm:pt modelId="{B8C00BB5-8F28-4BF6-B189-2B8AFFE30710}" type="pres">
      <dgm:prSet presAssocID="{D2E6AAC5-5B15-45DF-B7E7-830E6000D63F}" presName="iconBgRect" presStyleLbl="bgShp" presStyleIdx="1" presStyleCnt="3"/>
      <dgm:spPr/>
    </dgm:pt>
    <dgm:pt modelId="{4C122C28-E94E-4579-8E64-8CDD8641463E}" type="pres">
      <dgm:prSet presAssocID="{D2E6AAC5-5B15-45DF-B7E7-830E6000D6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AB07033A-E079-4FA4-8E6C-16DDF5AB906D}" type="pres">
      <dgm:prSet presAssocID="{D2E6AAC5-5B15-45DF-B7E7-830E6000D63F}" presName="spaceRect" presStyleCnt="0"/>
      <dgm:spPr/>
    </dgm:pt>
    <dgm:pt modelId="{37A1541F-1577-48D5-9456-57AB66588DCF}" type="pres">
      <dgm:prSet presAssocID="{D2E6AAC5-5B15-45DF-B7E7-830E6000D63F}" presName="textRect" presStyleLbl="revTx" presStyleIdx="1" presStyleCnt="3">
        <dgm:presLayoutVars>
          <dgm:chMax val="1"/>
          <dgm:chPref val="1"/>
        </dgm:presLayoutVars>
      </dgm:prSet>
      <dgm:spPr/>
    </dgm:pt>
    <dgm:pt modelId="{B1C96AF0-BC01-4A56-BDE5-CBAFE8D1CC0F}" type="pres">
      <dgm:prSet presAssocID="{4C83B32D-455D-4EEC-AF5D-EDF5FD18EECB}" presName="sibTrans" presStyleCnt="0"/>
      <dgm:spPr/>
    </dgm:pt>
    <dgm:pt modelId="{EC19996F-5E86-49FC-8FA1-3705F2AE6E70}" type="pres">
      <dgm:prSet presAssocID="{B218F5DB-DF1E-4696-965B-99B3C2FDD813}" presName="compNode" presStyleCnt="0"/>
      <dgm:spPr/>
    </dgm:pt>
    <dgm:pt modelId="{6014F5F6-3B55-45DA-AE9A-485376D1D28E}" type="pres">
      <dgm:prSet presAssocID="{B218F5DB-DF1E-4696-965B-99B3C2FDD813}" presName="iconBgRect" presStyleLbl="bgShp" presStyleIdx="2" presStyleCnt="3"/>
      <dgm:spPr/>
    </dgm:pt>
    <dgm:pt modelId="{C98541CF-C1AF-42AB-A479-332B74589E1E}" type="pres">
      <dgm:prSet presAssocID="{B218F5DB-DF1E-4696-965B-99B3C2FDD8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D70C5F33-C9C9-4715-A5AD-8FA5F9B307CE}" type="pres">
      <dgm:prSet presAssocID="{B218F5DB-DF1E-4696-965B-99B3C2FDD813}" presName="spaceRect" presStyleCnt="0"/>
      <dgm:spPr/>
    </dgm:pt>
    <dgm:pt modelId="{398C1F5F-4B06-4F18-A48B-CB450C0BDE34}" type="pres">
      <dgm:prSet presAssocID="{B218F5DB-DF1E-4696-965B-99B3C2FDD81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6E3E91E-F577-4A66-A0A6-AD57F1154F75}" type="presOf" srcId="{595C17EE-F85D-4C98-8E20-1D2B1C1CA3C1}" destId="{4B903A57-DF38-4CFA-9674-EEEBA07EEB50}" srcOrd="0" destOrd="0" presId="urn:microsoft.com/office/officeart/2018/5/layout/IconCircleLabelList"/>
    <dgm:cxn modelId="{206A5A27-1E9E-4CF0-A31E-FA3DF34805A9}" type="presOf" srcId="{5C811252-7C81-4EE5-A07E-5E7D12A8DA08}" destId="{32462E31-61EF-40C6-9DDE-D0D3244C9BBB}" srcOrd="0" destOrd="0" presId="urn:microsoft.com/office/officeart/2018/5/layout/IconCircleLabelList"/>
    <dgm:cxn modelId="{2D4B4452-D7E2-47B0-9C62-82A5350D5D6B}" srcId="{5C811252-7C81-4EE5-A07E-5E7D12A8DA08}" destId="{B218F5DB-DF1E-4696-965B-99B3C2FDD813}" srcOrd="2" destOrd="0" parTransId="{9F45CCA9-14D6-49EB-A10D-53D15305B876}" sibTransId="{48E31EDC-B2BE-4701-958C-EC96717B6DA4}"/>
    <dgm:cxn modelId="{E11B5586-0C96-46BD-8EB9-8C432F836E62}" srcId="{5C811252-7C81-4EE5-A07E-5E7D12A8DA08}" destId="{595C17EE-F85D-4C98-8E20-1D2B1C1CA3C1}" srcOrd="0" destOrd="0" parTransId="{FCB855A9-8778-4DAD-98F0-4164B84BBDC6}" sibTransId="{3E8CCF2C-5FC5-4625-ADE1-7E69A840C63E}"/>
    <dgm:cxn modelId="{ACD5B0BB-07B7-4D05-8CBE-EF08AF98C0F8}" type="presOf" srcId="{B218F5DB-DF1E-4696-965B-99B3C2FDD813}" destId="{398C1F5F-4B06-4F18-A48B-CB450C0BDE34}" srcOrd="0" destOrd="0" presId="urn:microsoft.com/office/officeart/2018/5/layout/IconCircleLabelList"/>
    <dgm:cxn modelId="{5CDE1CC1-62B5-40CF-9BA1-A8EB45C928FE}" srcId="{5C811252-7C81-4EE5-A07E-5E7D12A8DA08}" destId="{D2E6AAC5-5B15-45DF-B7E7-830E6000D63F}" srcOrd="1" destOrd="0" parTransId="{EB511B27-1082-4391-B7F2-4FC677B1E42B}" sibTransId="{4C83B32D-455D-4EEC-AF5D-EDF5FD18EECB}"/>
    <dgm:cxn modelId="{1FD94DCA-814A-4B83-B47E-8076D3C0FE60}" type="presOf" srcId="{D2E6AAC5-5B15-45DF-B7E7-830E6000D63F}" destId="{37A1541F-1577-48D5-9456-57AB66588DCF}" srcOrd="0" destOrd="0" presId="urn:microsoft.com/office/officeart/2018/5/layout/IconCircleLabelList"/>
    <dgm:cxn modelId="{A13AEEB6-5738-4621-A1EC-C6AAAE7692EF}" type="presParOf" srcId="{32462E31-61EF-40C6-9DDE-D0D3244C9BBB}" destId="{0F2400BB-D7B6-498B-8B59-D092A5104FFB}" srcOrd="0" destOrd="0" presId="urn:microsoft.com/office/officeart/2018/5/layout/IconCircleLabelList"/>
    <dgm:cxn modelId="{308E6450-493A-4BD4-A52E-23D13B67EA5E}" type="presParOf" srcId="{0F2400BB-D7B6-498B-8B59-D092A5104FFB}" destId="{DC72BA57-9793-474E-85B6-13DFC4A5747E}" srcOrd="0" destOrd="0" presId="urn:microsoft.com/office/officeart/2018/5/layout/IconCircleLabelList"/>
    <dgm:cxn modelId="{D69F2AF6-2050-40E5-A3AF-B2DCD0295F5C}" type="presParOf" srcId="{0F2400BB-D7B6-498B-8B59-D092A5104FFB}" destId="{B09CA35D-9971-4C77-82AC-B0B47608CCC3}" srcOrd="1" destOrd="0" presId="urn:microsoft.com/office/officeart/2018/5/layout/IconCircleLabelList"/>
    <dgm:cxn modelId="{2130EC37-0F17-4A1F-B76A-407F8F3D2C90}" type="presParOf" srcId="{0F2400BB-D7B6-498B-8B59-D092A5104FFB}" destId="{64F1106E-4E39-462C-890C-3912E8037136}" srcOrd="2" destOrd="0" presId="urn:microsoft.com/office/officeart/2018/5/layout/IconCircleLabelList"/>
    <dgm:cxn modelId="{9F094966-9252-451D-BE03-857E36E0E123}" type="presParOf" srcId="{0F2400BB-D7B6-498B-8B59-D092A5104FFB}" destId="{4B903A57-DF38-4CFA-9674-EEEBA07EEB50}" srcOrd="3" destOrd="0" presId="urn:microsoft.com/office/officeart/2018/5/layout/IconCircleLabelList"/>
    <dgm:cxn modelId="{0A74B3D8-457A-4B57-82C4-978E0ACDC37D}" type="presParOf" srcId="{32462E31-61EF-40C6-9DDE-D0D3244C9BBB}" destId="{0BDFF92E-4517-4219-AC6B-6DE0B06FA75C}" srcOrd="1" destOrd="0" presId="urn:microsoft.com/office/officeart/2018/5/layout/IconCircleLabelList"/>
    <dgm:cxn modelId="{21E1A667-6CAB-4F9C-B29B-4D79AF128176}" type="presParOf" srcId="{32462E31-61EF-40C6-9DDE-D0D3244C9BBB}" destId="{C922418C-9E23-402F-B350-67A0CE8BD73D}" srcOrd="2" destOrd="0" presId="urn:microsoft.com/office/officeart/2018/5/layout/IconCircleLabelList"/>
    <dgm:cxn modelId="{E9024071-441B-48AB-A3EF-6B2C1C0C58E5}" type="presParOf" srcId="{C922418C-9E23-402F-B350-67A0CE8BD73D}" destId="{B8C00BB5-8F28-4BF6-B189-2B8AFFE30710}" srcOrd="0" destOrd="0" presId="urn:microsoft.com/office/officeart/2018/5/layout/IconCircleLabelList"/>
    <dgm:cxn modelId="{B5E209CC-23D0-44CC-8706-F69017A6EBA1}" type="presParOf" srcId="{C922418C-9E23-402F-B350-67A0CE8BD73D}" destId="{4C122C28-E94E-4579-8E64-8CDD8641463E}" srcOrd="1" destOrd="0" presId="urn:microsoft.com/office/officeart/2018/5/layout/IconCircleLabelList"/>
    <dgm:cxn modelId="{9F06759F-1FA2-426B-8D1B-BB6906593D98}" type="presParOf" srcId="{C922418C-9E23-402F-B350-67A0CE8BD73D}" destId="{AB07033A-E079-4FA4-8E6C-16DDF5AB906D}" srcOrd="2" destOrd="0" presId="urn:microsoft.com/office/officeart/2018/5/layout/IconCircleLabelList"/>
    <dgm:cxn modelId="{177BD963-DE0A-406C-A925-4C3D4BA6478B}" type="presParOf" srcId="{C922418C-9E23-402F-B350-67A0CE8BD73D}" destId="{37A1541F-1577-48D5-9456-57AB66588DCF}" srcOrd="3" destOrd="0" presId="urn:microsoft.com/office/officeart/2018/5/layout/IconCircleLabelList"/>
    <dgm:cxn modelId="{C94F1854-39EA-44F5-BF21-6106D9EB7142}" type="presParOf" srcId="{32462E31-61EF-40C6-9DDE-D0D3244C9BBB}" destId="{B1C96AF0-BC01-4A56-BDE5-CBAFE8D1CC0F}" srcOrd="3" destOrd="0" presId="urn:microsoft.com/office/officeart/2018/5/layout/IconCircleLabelList"/>
    <dgm:cxn modelId="{A0329B19-718D-450D-A638-8653CD839F03}" type="presParOf" srcId="{32462E31-61EF-40C6-9DDE-D0D3244C9BBB}" destId="{EC19996F-5E86-49FC-8FA1-3705F2AE6E70}" srcOrd="4" destOrd="0" presId="urn:microsoft.com/office/officeart/2018/5/layout/IconCircleLabelList"/>
    <dgm:cxn modelId="{FF698A3B-1F83-4B79-B01E-ED076213E0D3}" type="presParOf" srcId="{EC19996F-5E86-49FC-8FA1-3705F2AE6E70}" destId="{6014F5F6-3B55-45DA-AE9A-485376D1D28E}" srcOrd="0" destOrd="0" presId="urn:microsoft.com/office/officeart/2018/5/layout/IconCircleLabelList"/>
    <dgm:cxn modelId="{BDB4CF82-A84D-4F5C-BBC6-3ED864CE1515}" type="presParOf" srcId="{EC19996F-5E86-49FC-8FA1-3705F2AE6E70}" destId="{C98541CF-C1AF-42AB-A479-332B74589E1E}" srcOrd="1" destOrd="0" presId="urn:microsoft.com/office/officeart/2018/5/layout/IconCircleLabelList"/>
    <dgm:cxn modelId="{7DB87544-2B36-434D-998B-856CDF8A7773}" type="presParOf" srcId="{EC19996F-5E86-49FC-8FA1-3705F2AE6E70}" destId="{D70C5F33-C9C9-4715-A5AD-8FA5F9B307CE}" srcOrd="2" destOrd="0" presId="urn:microsoft.com/office/officeart/2018/5/layout/IconCircleLabelList"/>
    <dgm:cxn modelId="{AD4C0362-B1C3-4057-848D-F3D25A6A0868}" type="presParOf" srcId="{EC19996F-5E86-49FC-8FA1-3705F2AE6E70}" destId="{398C1F5F-4B06-4F18-A48B-CB450C0BDE3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B042AA-E18A-440D-A0E8-CADAB84AEC0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7E0F94-E770-4184-AC0E-5582BB609316}">
      <dgm:prSet/>
      <dgm:spPr/>
      <dgm:t>
        <a:bodyPr/>
        <a:lstStyle/>
        <a:p>
          <a:r>
            <a:rPr lang="en-US"/>
            <a:t>El sistema está compuesto por tres etapas:</a:t>
          </a:r>
        </a:p>
      </dgm:t>
    </dgm:pt>
    <dgm:pt modelId="{A4219606-40DB-465E-B2E7-1EAC7DB666D2}" type="parTrans" cxnId="{A9F062E0-0B6E-45FC-B05A-D8F2B355C3D8}">
      <dgm:prSet/>
      <dgm:spPr/>
      <dgm:t>
        <a:bodyPr/>
        <a:lstStyle/>
        <a:p>
          <a:endParaRPr lang="en-US"/>
        </a:p>
      </dgm:t>
    </dgm:pt>
    <dgm:pt modelId="{09D78F2A-57A9-4E99-A353-A88486AE9C61}" type="sibTrans" cxnId="{A9F062E0-0B6E-45FC-B05A-D8F2B355C3D8}">
      <dgm:prSet/>
      <dgm:spPr/>
      <dgm:t>
        <a:bodyPr/>
        <a:lstStyle/>
        <a:p>
          <a:endParaRPr lang="en-US"/>
        </a:p>
      </dgm:t>
    </dgm:pt>
    <dgm:pt modelId="{93CBEE2F-FE30-4E57-9F16-458FFC6A754B}">
      <dgm:prSet/>
      <dgm:spPr/>
      <dgm:t>
        <a:bodyPr/>
        <a:lstStyle/>
        <a:p>
          <a:r>
            <a:rPr lang="en-US"/>
            <a:t>1. Etapa 1: Emisor común</a:t>
          </a:r>
        </a:p>
      </dgm:t>
    </dgm:pt>
    <dgm:pt modelId="{9438C10F-1B22-4A1B-B72B-9BE8AEDFB0E3}" type="parTrans" cxnId="{408DE4DC-728F-4A27-8A2B-0E924F6A669F}">
      <dgm:prSet/>
      <dgm:spPr/>
      <dgm:t>
        <a:bodyPr/>
        <a:lstStyle/>
        <a:p>
          <a:endParaRPr lang="en-US"/>
        </a:p>
      </dgm:t>
    </dgm:pt>
    <dgm:pt modelId="{3A384C8C-77C7-431C-BEC8-28B59FEDFC99}" type="sibTrans" cxnId="{408DE4DC-728F-4A27-8A2B-0E924F6A669F}">
      <dgm:prSet/>
      <dgm:spPr/>
      <dgm:t>
        <a:bodyPr/>
        <a:lstStyle/>
        <a:p>
          <a:endParaRPr lang="en-US"/>
        </a:p>
      </dgm:t>
    </dgm:pt>
    <dgm:pt modelId="{3349A3EA-423B-4828-B86D-A2C77E40C12F}">
      <dgm:prSet/>
      <dgm:spPr/>
      <dgm:t>
        <a:bodyPr/>
        <a:lstStyle/>
        <a:p>
          <a:r>
            <a:rPr lang="en-US"/>
            <a:t>2. Etapa 2: Emisor común</a:t>
          </a:r>
        </a:p>
      </dgm:t>
    </dgm:pt>
    <dgm:pt modelId="{FE7A1681-ABFE-4035-98A5-F5E7F3336EDA}" type="parTrans" cxnId="{F366B9AE-ABEF-4B73-8266-EFB77731AB2A}">
      <dgm:prSet/>
      <dgm:spPr/>
      <dgm:t>
        <a:bodyPr/>
        <a:lstStyle/>
        <a:p>
          <a:endParaRPr lang="en-US"/>
        </a:p>
      </dgm:t>
    </dgm:pt>
    <dgm:pt modelId="{13D990A7-7043-447B-AF57-4AE6560D737E}" type="sibTrans" cxnId="{F366B9AE-ABEF-4B73-8266-EFB77731AB2A}">
      <dgm:prSet/>
      <dgm:spPr/>
      <dgm:t>
        <a:bodyPr/>
        <a:lstStyle/>
        <a:p>
          <a:endParaRPr lang="en-US"/>
        </a:p>
      </dgm:t>
    </dgm:pt>
    <dgm:pt modelId="{2CF7341F-4BE0-4986-8159-1F135C78ED87}">
      <dgm:prSet/>
      <dgm:spPr/>
      <dgm:t>
        <a:bodyPr/>
        <a:lstStyle/>
        <a:p>
          <a:r>
            <a:rPr lang="en-US"/>
            <a:t>3. Etapa 3: Colector común (seguidor de emisor)</a:t>
          </a:r>
        </a:p>
      </dgm:t>
    </dgm:pt>
    <dgm:pt modelId="{AD01435F-0135-48ED-A711-D148D871BBC5}" type="parTrans" cxnId="{3E6903EF-2D50-48AA-9BE6-A86A9BCD136D}">
      <dgm:prSet/>
      <dgm:spPr/>
      <dgm:t>
        <a:bodyPr/>
        <a:lstStyle/>
        <a:p>
          <a:endParaRPr lang="en-US"/>
        </a:p>
      </dgm:t>
    </dgm:pt>
    <dgm:pt modelId="{455667EB-BAF5-4809-8EC5-284390F15DAA}" type="sibTrans" cxnId="{3E6903EF-2D50-48AA-9BE6-A86A9BCD136D}">
      <dgm:prSet/>
      <dgm:spPr/>
      <dgm:t>
        <a:bodyPr/>
        <a:lstStyle/>
        <a:p>
          <a:endParaRPr lang="en-US"/>
        </a:p>
      </dgm:t>
    </dgm:pt>
    <dgm:pt modelId="{C0503C3A-C7D9-42AC-8F18-AF00B5966D89}">
      <dgm:prSet/>
      <dgm:spPr/>
      <dgm:t>
        <a:bodyPr/>
        <a:lstStyle/>
        <a:p>
          <a:r>
            <a:rPr lang="en-US"/>
            <a:t>Cada etapa cumple una función específica en la amplificación.</a:t>
          </a:r>
        </a:p>
      </dgm:t>
    </dgm:pt>
    <dgm:pt modelId="{6C6AC6E1-F96D-4B32-A8D3-EAB47948CCD2}" type="parTrans" cxnId="{184CBFF6-437F-40EA-AFCA-57100C5D3F33}">
      <dgm:prSet/>
      <dgm:spPr/>
      <dgm:t>
        <a:bodyPr/>
        <a:lstStyle/>
        <a:p>
          <a:endParaRPr lang="en-US"/>
        </a:p>
      </dgm:t>
    </dgm:pt>
    <dgm:pt modelId="{547072A2-EFAE-4AEE-8F76-4300B97840EF}" type="sibTrans" cxnId="{184CBFF6-437F-40EA-AFCA-57100C5D3F33}">
      <dgm:prSet/>
      <dgm:spPr/>
      <dgm:t>
        <a:bodyPr/>
        <a:lstStyle/>
        <a:p>
          <a:endParaRPr lang="en-US"/>
        </a:p>
      </dgm:t>
    </dgm:pt>
    <dgm:pt modelId="{6FAA9912-7342-453E-B35D-3697DF2753AE}" type="pres">
      <dgm:prSet presAssocID="{DBB042AA-E18A-440D-A0E8-CADAB84AEC03}" presName="outerComposite" presStyleCnt="0">
        <dgm:presLayoutVars>
          <dgm:chMax val="5"/>
          <dgm:dir/>
          <dgm:resizeHandles val="exact"/>
        </dgm:presLayoutVars>
      </dgm:prSet>
      <dgm:spPr/>
    </dgm:pt>
    <dgm:pt modelId="{D04271B8-FEEF-4698-9270-CDAB69BAC19A}" type="pres">
      <dgm:prSet presAssocID="{DBB042AA-E18A-440D-A0E8-CADAB84AEC03}" presName="dummyMaxCanvas" presStyleCnt="0">
        <dgm:presLayoutVars/>
      </dgm:prSet>
      <dgm:spPr/>
    </dgm:pt>
    <dgm:pt modelId="{81A1CE48-0CE5-41CA-9E92-2B5A5D6853C2}" type="pres">
      <dgm:prSet presAssocID="{DBB042AA-E18A-440D-A0E8-CADAB84AEC03}" presName="FiveNodes_1" presStyleLbl="node1" presStyleIdx="0" presStyleCnt="5">
        <dgm:presLayoutVars>
          <dgm:bulletEnabled val="1"/>
        </dgm:presLayoutVars>
      </dgm:prSet>
      <dgm:spPr/>
    </dgm:pt>
    <dgm:pt modelId="{C44A0E4D-5FC3-4F3F-84C7-C654C053F402}" type="pres">
      <dgm:prSet presAssocID="{DBB042AA-E18A-440D-A0E8-CADAB84AEC03}" presName="FiveNodes_2" presStyleLbl="node1" presStyleIdx="1" presStyleCnt="5">
        <dgm:presLayoutVars>
          <dgm:bulletEnabled val="1"/>
        </dgm:presLayoutVars>
      </dgm:prSet>
      <dgm:spPr/>
    </dgm:pt>
    <dgm:pt modelId="{2F1A579B-DC64-423E-AD88-6CF7B9175EE1}" type="pres">
      <dgm:prSet presAssocID="{DBB042AA-E18A-440D-A0E8-CADAB84AEC03}" presName="FiveNodes_3" presStyleLbl="node1" presStyleIdx="2" presStyleCnt="5">
        <dgm:presLayoutVars>
          <dgm:bulletEnabled val="1"/>
        </dgm:presLayoutVars>
      </dgm:prSet>
      <dgm:spPr/>
    </dgm:pt>
    <dgm:pt modelId="{DDFA04F8-581A-403E-AFD0-1F648BF44DD1}" type="pres">
      <dgm:prSet presAssocID="{DBB042AA-E18A-440D-A0E8-CADAB84AEC03}" presName="FiveNodes_4" presStyleLbl="node1" presStyleIdx="3" presStyleCnt="5">
        <dgm:presLayoutVars>
          <dgm:bulletEnabled val="1"/>
        </dgm:presLayoutVars>
      </dgm:prSet>
      <dgm:spPr/>
    </dgm:pt>
    <dgm:pt modelId="{2E85583F-6785-4528-B602-A9E54B6211AF}" type="pres">
      <dgm:prSet presAssocID="{DBB042AA-E18A-440D-A0E8-CADAB84AEC03}" presName="FiveNodes_5" presStyleLbl="node1" presStyleIdx="4" presStyleCnt="5">
        <dgm:presLayoutVars>
          <dgm:bulletEnabled val="1"/>
        </dgm:presLayoutVars>
      </dgm:prSet>
      <dgm:spPr/>
    </dgm:pt>
    <dgm:pt modelId="{DAFC9065-8781-44B7-BEAF-2F21E1E6343C}" type="pres">
      <dgm:prSet presAssocID="{DBB042AA-E18A-440D-A0E8-CADAB84AEC03}" presName="FiveConn_1-2" presStyleLbl="fgAccFollowNode1" presStyleIdx="0" presStyleCnt="4">
        <dgm:presLayoutVars>
          <dgm:bulletEnabled val="1"/>
        </dgm:presLayoutVars>
      </dgm:prSet>
      <dgm:spPr/>
    </dgm:pt>
    <dgm:pt modelId="{348D10C6-6B13-4AF1-98FC-C6B7D7BE4B49}" type="pres">
      <dgm:prSet presAssocID="{DBB042AA-E18A-440D-A0E8-CADAB84AEC03}" presName="FiveConn_2-3" presStyleLbl="fgAccFollowNode1" presStyleIdx="1" presStyleCnt="4">
        <dgm:presLayoutVars>
          <dgm:bulletEnabled val="1"/>
        </dgm:presLayoutVars>
      </dgm:prSet>
      <dgm:spPr/>
    </dgm:pt>
    <dgm:pt modelId="{6B2C4B1B-986F-4293-AD8C-EDD225266CDD}" type="pres">
      <dgm:prSet presAssocID="{DBB042AA-E18A-440D-A0E8-CADAB84AEC03}" presName="FiveConn_3-4" presStyleLbl="fgAccFollowNode1" presStyleIdx="2" presStyleCnt="4">
        <dgm:presLayoutVars>
          <dgm:bulletEnabled val="1"/>
        </dgm:presLayoutVars>
      </dgm:prSet>
      <dgm:spPr/>
    </dgm:pt>
    <dgm:pt modelId="{AC17CAD0-A0CE-4C9D-9E5B-AC9C154A0D14}" type="pres">
      <dgm:prSet presAssocID="{DBB042AA-E18A-440D-A0E8-CADAB84AEC03}" presName="FiveConn_4-5" presStyleLbl="fgAccFollowNode1" presStyleIdx="3" presStyleCnt="4">
        <dgm:presLayoutVars>
          <dgm:bulletEnabled val="1"/>
        </dgm:presLayoutVars>
      </dgm:prSet>
      <dgm:spPr/>
    </dgm:pt>
    <dgm:pt modelId="{5506744F-DBA9-421D-9E2C-13C690486419}" type="pres">
      <dgm:prSet presAssocID="{DBB042AA-E18A-440D-A0E8-CADAB84AEC03}" presName="FiveNodes_1_text" presStyleLbl="node1" presStyleIdx="4" presStyleCnt="5">
        <dgm:presLayoutVars>
          <dgm:bulletEnabled val="1"/>
        </dgm:presLayoutVars>
      </dgm:prSet>
      <dgm:spPr/>
    </dgm:pt>
    <dgm:pt modelId="{08896491-2F3A-45EB-8736-5462D5FD97C4}" type="pres">
      <dgm:prSet presAssocID="{DBB042AA-E18A-440D-A0E8-CADAB84AEC03}" presName="FiveNodes_2_text" presStyleLbl="node1" presStyleIdx="4" presStyleCnt="5">
        <dgm:presLayoutVars>
          <dgm:bulletEnabled val="1"/>
        </dgm:presLayoutVars>
      </dgm:prSet>
      <dgm:spPr/>
    </dgm:pt>
    <dgm:pt modelId="{9F7A4801-EA07-4AB6-A2C3-67F6F4003BBB}" type="pres">
      <dgm:prSet presAssocID="{DBB042AA-E18A-440D-A0E8-CADAB84AEC03}" presName="FiveNodes_3_text" presStyleLbl="node1" presStyleIdx="4" presStyleCnt="5">
        <dgm:presLayoutVars>
          <dgm:bulletEnabled val="1"/>
        </dgm:presLayoutVars>
      </dgm:prSet>
      <dgm:spPr/>
    </dgm:pt>
    <dgm:pt modelId="{146336ED-36C2-4B73-8AF9-E719CB2009B1}" type="pres">
      <dgm:prSet presAssocID="{DBB042AA-E18A-440D-A0E8-CADAB84AEC03}" presName="FiveNodes_4_text" presStyleLbl="node1" presStyleIdx="4" presStyleCnt="5">
        <dgm:presLayoutVars>
          <dgm:bulletEnabled val="1"/>
        </dgm:presLayoutVars>
      </dgm:prSet>
      <dgm:spPr/>
    </dgm:pt>
    <dgm:pt modelId="{4D5FD680-9F98-4603-BF04-5EBB5D1D5B49}" type="pres">
      <dgm:prSet presAssocID="{DBB042AA-E18A-440D-A0E8-CADAB84AEC0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1A2BE1C-5493-49B4-A219-15881D2724BB}" type="presOf" srcId="{2CF7341F-4BE0-4986-8159-1F135C78ED87}" destId="{DDFA04F8-581A-403E-AFD0-1F648BF44DD1}" srcOrd="0" destOrd="0" presId="urn:microsoft.com/office/officeart/2005/8/layout/vProcess5"/>
    <dgm:cxn modelId="{FB368A20-58C0-408A-AD46-366F35741AB3}" type="presOf" srcId="{E27E0F94-E770-4184-AC0E-5582BB609316}" destId="{81A1CE48-0CE5-41CA-9E92-2B5A5D6853C2}" srcOrd="0" destOrd="0" presId="urn:microsoft.com/office/officeart/2005/8/layout/vProcess5"/>
    <dgm:cxn modelId="{43908D2C-7C83-4A6C-BC53-DE9F5C71D97D}" type="presOf" srcId="{13D990A7-7043-447B-AF57-4AE6560D737E}" destId="{6B2C4B1B-986F-4293-AD8C-EDD225266CDD}" srcOrd="0" destOrd="0" presId="urn:microsoft.com/office/officeart/2005/8/layout/vProcess5"/>
    <dgm:cxn modelId="{4A3E0C2D-3A50-48D0-B4B4-8D90EA4F03CA}" type="presOf" srcId="{455667EB-BAF5-4809-8EC5-284390F15DAA}" destId="{AC17CAD0-A0CE-4C9D-9E5B-AC9C154A0D14}" srcOrd="0" destOrd="0" presId="urn:microsoft.com/office/officeart/2005/8/layout/vProcess5"/>
    <dgm:cxn modelId="{8CD8F334-9BE1-40D1-AE01-C04BF422E306}" type="presOf" srcId="{DBB042AA-E18A-440D-A0E8-CADAB84AEC03}" destId="{6FAA9912-7342-453E-B35D-3697DF2753AE}" srcOrd="0" destOrd="0" presId="urn:microsoft.com/office/officeart/2005/8/layout/vProcess5"/>
    <dgm:cxn modelId="{ACFC4F46-438F-4393-B65A-D696A1D0900D}" type="presOf" srcId="{C0503C3A-C7D9-42AC-8F18-AF00B5966D89}" destId="{4D5FD680-9F98-4603-BF04-5EBB5D1D5B49}" srcOrd="1" destOrd="0" presId="urn:microsoft.com/office/officeart/2005/8/layout/vProcess5"/>
    <dgm:cxn modelId="{B55B7C69-FF1E-4575-80A2-C4883C14E02E}" type="presOf" srcId="{3A384C8C-77C7-431C-BEC8-28B59FEDFC99}" destId="{348D10C6-6B13-4AF1-98FC-C6B7D7BE4B49}" srcOrd="0" destOrd="0" presId="urn:microsoft.com/office/officeart/2005/8/layout/vProcess5"/>
    <dgm:cxn modelId="{C57E3882-E5B2-4479-8956-E60B582019EC}" type="presOf" srcId="{09D78F2A-57A9-4E99-A353-A88486AE9C61}" destId="{DAFC9065-8781-44B7-BEAF-2F21E1E6343C}" srcOrd="0" destOrd="0" presId="urn:microsoft.com/office/officeart/2005/8/layout/vProcess5"/>
    <dgm:cxn modelId="{87ACDE92-1CE4-43C3-9C1A-F5C6FA7BCA3F}" type="presOf" srcId="{2CF7341F-4BE0-4986-8159-1F135C78ED87}" destId="{146336ED-36C2-4B73-8AF9-E719CB2009B1}" srcOrd="1" destOrd="0" presId="urn:microsoft.com/office/officeart/2005/8/layout/vProcess5"/>
    <dgm:cxn modelId="{0EFB2593-E306-4DBC-A684-B65B94306B1B}" type="presOf" srcId="{3349A3EA-423B-4828-B86D-A2C77E40C12F}" destId="{2F1A579B-DC64-423E-AD88-6CF7B9175EE1}" srcOrd="0" destOrd="0" presId="urn:microsoft.com/office/officeart/2005/8/layout/vProcess5"/>
    <dgm:cxn modelId="{5B377296-6DF9-4ED5-88AC-EC2A2C16E06A}" type="presOf" srcId="{C0503C3A-C7D9-42AC-8F18-AF00B5966D89}" destId="{2E85583F-6785-4528-B602-A9E54B6211AF}" srcOrd="0" destOrd="0" presId="urn:microsoft.com/office/officeart/2005/8/layout/vProcess5"/>
    <dgm:cxn modelId="{F366B9AE-ABEF-4B73-8266-EFB77731AB2A}" srcId="{DBB042AA-E18A-440D-A0E8-CADAB84AEC03}" destId="{3349A3EA-423B-4828-B86D-A2C77E40C12F}" srcOrd="2" destOrd="0" parTransId="{FE7A1681-ABFE-4035-98A5-F5E7F3336EDA}" sibTransId="{13D990A7-7043-447B-AF57-4AE6560D737E}"/>
    <dgm:cxn modelId="{9A0887B4-F05E-421D-A010-6BE4EB923B3C}" type="presOf" srcId="{3349A3EA-423B-4828-B86D-A2C77E40C12F}" destId="{9F7A4801-EA07-4AB6-A2C3-67F6F4003BBB}" srcOrd="1" destOrd="0" presId="urn:microsoft.com/office/officeart/2005/8/layout/vProcess5"/>
    <dgm:cxn modelId="{A84C27C3-0C5B-414E-A562-905C5694DEA1}" type="presOf" srcId="{93CBEE2F-FE30-4E57-9F16-458FFC6A754B}" destId="{08896491-2F3A-45EB-8736-5462D5FD97C4}" srcOrd="1" destOrd="0" presId="urn:microsoft.com/office/officeart/2005/8/layout/vProcess5"/>
    <dgm:cxn modelId="{F4BD7AC9-27BC-4CD9-9CE9-2EE20973E9D5}" type="presOf" srcId="{93CBEE2F-FE30-4E57-9F16-458FFC6A754B}" destId="{C44A0E4D-5FC3-4F3F-84C7-C654C053F402}" srcOrd="0" destOrd="0" presId="urn:microsoft.com/office/officeart/2005/8/layout/vProcess5"/>
    <dgm:cxn modelId="{408DE4DC-728F-4A27-8A2B-0E924F6A669F}" srcId="{DBB042AA-E18A-440D-A0E8-CADAB84AEC03}" destId="{93CBEE2F-FE30-4E57-9F16-458FFC6A754B}" srcOrd="1" destOrd="0" parTransId="{9438C10F-1B22-4A1B-B72B-9BE8AEDFB0E3}" sibTransId="{3A384C8C-77C7-431C-BEC8-28B59FEDFC99}"/>
    <dgm:cxn modelId="{A9F062E0-0B6E-45FC-B05A-D8F2B355C3D8}" srcId="{DBB042AA-E18A-440D-A0E8-CADAB84AEC03}" destId="{E27E0F94-E770-4184-AC0E-5582BB609316}" srcOrd="0" destOrd="0" parTransId="{A4219606-40DB-465E-B2E7-1EAC7DB666D2}" sibTransId="{09D78F2A-57A9-4E99-A353-A88486AE9C61}"/>
    <dgm:cxn modelId="{5BC1C9E2-FAC1-4D5B-9011-1BA24D811F39}" type="presOf" srcId="{E27E0F94-E770-4184-AC0E-5582BB609316}" destId="{5506744F-DBA9-421D-9E2C-13C690486419}" srcOrd="1" destOrd="0" presId="urn:microsoft.com/office/officeart/2005/8/layout/vProcess5"/>
    <dgm:cxn modelId="{3E6903EF-2D50-48AA-9BE6-A86A9BCD136D}" srcId="{DBB042AA-E18A-440D-A0E8-CADAB84AEC03}" destId="{2CF7341F-4BE0-4986-8159-1F135C78ED87}" srcOrd="3" destOrd="0" parTransId="{AD01435F-0135-48ED-A711-D148D871BBC5}" sibTransId="{455667EB-BAF5-4809-8EC5-284390F15DAA}"/>
    <dgm:cxn modelId="{184CBFF6-437F-40EA-AFCA-57100C5D3F33}" srcId="{DBB042AA-E18A-440D-A0E8-CADAB84AEC03}" destId="{C0503C3A-C7D9-42AC-8F18-AF00B5966D89}" srcOrd="4" destOrd="0" parTransId="{6C6AC6E1-F96D-4B32-A8D3-EAB47948CCD2}" sibTransId="{547072A2-EFAE-4AEE-8F76-4300B97840EF}"/>
    <dgm:cxn modelId="{9E98A64F-A83C-478D-9C66-02E314BD22B4}" type="presParOf" srcId="{6FAA9912-7342-453E-B35D-3697DF2753AE}" destId="{D04271B8-FEEF-4698-9270-CDAB69BAC19A}" srcOrd="0" destOrd="0" presId="urn:microsoft.com/office/officeart/2005/8/layout/vProcess5"/>
    <dgm:cxn modelId="{D03CD5E7-1B69-4B62-8CCA-72DBFFB7F517}" type="presParOf" srcId="{6FAA9912-7342-453E-B35D-3697DF2753AE}" destId="{81A1CE48-0CE5-41CA-9E92-2B5A5D6853C2}" srcOrd="1" destOrd="0" presId="urn:microsoft.com/office/officeart/2005/8/layout/vProcess5"/>
    <dgm:cxn modelId="{004E0869-7591-4DD0-BA0E-B2908D5BCD27}" type="presParOf" srcId="{6FAA9912-7342-453E-B35D-3697DF2753AE}" destId="{C44A0E4D-5FC3-4F3F-84C7-C654C053F402}" srcOrd="2" destOrd="0" presId="urn:microsoft.com/office/officeart/2005/8/layout/vProcess5"/>
    <dgm:cxn modelId="{B48FF217-9642-48F8-B1E7-BA85E8A345E9}" type="presParOf" srcId="{6FAA9912-7342-453E-B35D-3697DF2753AE}" destId="{2F1A579B-DC64-423E-AD88-6CF7B9175EE1}" srcOrd="3" destOrd="0" presId="urn:microsoft.com/office/officeart/2005/8/layout/vProcess5"/>
    <dgm:cxn modelId="{F6B5268A-5D33-483B-ADAE-5AFE23A08452}" type="presParOf" srcId="{6FAA9912-7342-453E-B35D-3697DF2753AE}" destId="{DDFA04F8-581A-403E-AFD0-1F648BF44DD1}" srcOrd="4" destOrd="0" presId="urn:microsoft.com/office/officeart/2005/8/layout/vProcess5"/>
    <dgm:cxn modelId="{B0B28D70-1B1C-4CB5-AECB-002FF03F7DC2}" type="presParOf" srcId="{6FAA9912-7342-453E-B35D-3697DF2753AE}" destId="{2E85583F-6785-4528-B602-A9E54B6211AF}" srcOrd="5" destOrd="0" presId="urn:microsoft.com/office/officeart/2005/8/layout/vProcess5"/>
    <dgm:cxn modelId="{EAF6BE21-02BD-48BD-BF44-D569FCA372E6}" type="presParOf" srcId="{6FAA9912-7342-453E-B35D-3697DF2753AE}" destId="{DAFC9065-8781-44B7-BEAF-2F21E1E6343C}" srcOrd="6" destOrd="0" presId="urn:microsoft.com/office/officeart/2005/8/layout/vProcess5"/>
    <dgm:cxn modelId="{C8462EEE-DF5D-4305-AE98-813D171DF888}" type="presParOf" srcId="{6FAA9912-7342-453E-B35D-3697DF2753AE}" destId="{348D10C6-6B13-4AF1-98FC-C6B7D7BE4B49}" srcOrd="7" destOrd="0" presId="urn:microsoft.com/office/officeart/2005/8/layout/vProcess5"/>
    <dgm:cxn modelId="{861E7785-B6A1-4701-AA04-37DD48DE703A}" type="presParOf" srcId="{6FAA9912-7342-453E-B35D-3697DF2753AE}" destId="{6B2C4B1B-986F-4293-AD8C-EDD225266CDD}" srcOrd="8" destOrd="0" presId="urn:microsoft.com/office/officeart/2005/8/layout/vProcess5"/>
    <dgm:cxn modelId="{41F9FBEF-7001-4E64-92DB-703C23A5F0C0}" type="presParOf" srcId="{6FAA9912-7342-453E-B35D-3697DF2753AE}" destId="{AC17CAD0-A0CE-4C9D-9E5B-AC9C154A0D14}" srcOrd="9" destOrd="0" presId="urn:microsoft.com/office/officeart/2005/8/layout/vProcess5"/>
    <dgm:cxn modelId="{D511AA21-0113-40FE-A4CC-B2DF6D1B2225}" type="presParOf" srcId="{6FAA9912-7342-453E-B35D-3697DF2753AE}" destId="{5506744F-DBA9-421D-9E2C-13C690486419}" srcOrd="10" destOrd="0" presId="urn:microsoft.com/office/officeart/2005/8/layout/vProcess5"/>
    <dgm:cxn modelId="{26D57280-0D47-446A-9CE7-3339954C442B}" type="presParOf" srcId="{6FAA9912-7342-453E-B35D-3697DF2753AE}" destId="{08896491-2F3A-45EB-8736-5462D5FD97C4}" srcOrd="11" destOrd="0" presId="urn:microsoft.com/office/officeart/2005/8/layout/vProcess5"/>
    <dgm:cxn modelId="{DD10CC01-39D8-4069-8A36-0ED38FC5BD3C}" type="presParOf" srcId="{6FAA9912-7342-453E-B35D-3697DF2753AE}" destId="{9F7A4801-EA07-4AB6-A2C3-67F6F4003BBB}" srcOrd="12" destOrd="0" presId="urn:microsoft.com/office/officeart/2005/8/layout/vProcess5"/>
    <dgm:cxn modelId="{FF216551-1BEE-4FC7-A656-FB037C91FF5F}" type="presParOf" srcId="{6FAA9912-7342-453E-B35D-3697DF2753AE}" destId="{146336ED-36C2-4B73-8AF9-E719CB2009B1}" srcOrd="13" destOrd="0" presId="urn:microsoft.com/office/officeart/2005/8/layout/vProcess5"/>
    <dgm:cxn modelId="{82FB1D0C-8582-4271-8703-CC336228CD4E}" type="presParOf" srcId="{6FAA9912-7342-453E-B35D-3697DF2753AE}" destId="{4D5FD680-9F98-4603-BF04-5EBB5D1D5B4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1FF79C-F349-40D9-9460-F6893CAA9D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7B212DA-38E6-4CE5-A9ED-D20AACAD813A}">
      <dgm:prSet/>
      <dgm:spPr/>
      <dgm:t>
        <a:bodyPr/>
        <a:lstStyle/>
        <a:p>
          <a:pPr>
            <a:defRPr cap="all"/>
          </a:pPr>
          <a:r>
            <a:rPr lang="en-US"/>
            <a:t>Amplifica la señal de entrada.</a:t>
          </a:r>
        </a:p>
      </dgm:t>
    </dgm:pt>
    <dgm:pt modelId="{49596E22-6959-425E-9569-7CFCD612A51E}" type="parTrans" cxnId="{FD6988B2-34D8-4318-8AFC-9B8A43BC7856}">
      <dgm:prSet/>
      <dgm:spPr/>
      <dgm:t>
        <a:bodyPr/>
        <a:lstStyle/>
        <a:p>
          <a:endParaRPr lang="en-US"/>
        </a:p>
      </dgm:t>
    </dgm:pt>
    <dgm:pt modelId="{97602A9F-BFA9-42DD-ABB0-235D26EA6406}" type="sibTrans" cxnId="{FD6988B2-34D8-4318-8AFC-9B8A43BC7856}">
      <dgm:prSet/>
      <dgm:spPr/>
      <dgm:t>
        <a:bodyPr/>
        <a:lstStyle/>
        <a:p>
          <a:endParaRPr lang="en-US"/>
        </a:p>
      </dgm:t>
    </dgm:pt>
    <dgm:pt modelId="{7CF7E63F-E588-49B1-B611-9E2670ACE257}">
      <dgm:prSet/>
      <dgm:spPr/>
      <dgm:t>
        <a:bodyPr/>
        <a:lstStyle/>
        <a:p>
          <a:pPr>
            <a:defRPr cap="all"/>
          </a:pPr>
          <a:r>
            <a:rPr lang="en-US"/>
            <a:t>Aumenta voltaje y corriente.</a:t>
          </a:r>
        </a:p>
      </dgm:t>
    </dgm:pt>
    <dgm:pt modelId="{84ECC584-0C16-45D3-BFBA-20C8905A82A2}" type="parTrans" cxnId="{3AF46E6F-93B8-44D4-A3E5-BB1AF712712A}">
      <dgm:prSet/>
      <dgm:spPr/>
      <dgm:t>
        <a:bodyPr/>
        <a:lstStyle/>
        <a:p>
          <a:endParaRPr lang="en-US"/>
        </a:p>
      </dgm:t>
    </dgm:pt>
    <dgm:pt modelId="{78722078-C29B-4D95-9BB8-732391E8639E}" type="sibTrans" cxnId="{3AF46E6F-93B8-44D4-A3E5-BB1AF712712A}">
      <dgm:prSet/>
      <dgm:spPr/>
      <dgm:t>
        <a:bodyPr/>
        <a:lstStyle/>
        <a:p>
          <a:endParaRPr lang="en-US"/>
        </a:p>
      </dgm:t>
    </dgm:pt>
    <dgm:pt modelId="{B6AF6AA6-30D6-4108-AB06-5F04DB3C28A2}">
      <dgm:prSet/>
      <dgm:spPr/>
      <dgm:t>
        <a:bodyPr/>
        <a:lstStyle/>
        <a:p>
          <a:pPr>
            <a:defRPr cap="all"/>
          </a:pPr>
          <a:r>
            <a:rPr lang="en-US"/>
            <a:t>Ganancia aproximada: 20.</a:t>
          </a:r>
        </a:p>
      </dgm:t>
    </dgm:pt>
    <dgm:pt modelId="{66892EEB-F35E-4C94-A11F-16EF8AA0F265}" type="parTrans" cxnId="{497E19AD-4042-480F-8833-0CCF81849858}">
      <dgm:prSet/>
      <dgm:spPr/>
      <dgm:t>
        <a:bodyPr/>
        <a:lstStyle/>
        <a:p>
          <a:endParaRPr lang="en-US"/>
        </a:p>
      </dgm:t>
    </dgm:pt>
    <dgm:pt modelId="{91380C9E-EA93-4A98-A733-517F3342CCF0}" type="sibTrans" cxnId="{497E19AD-4042-480F-8833-0CCF81849858}">
      <dgm:prSet/>
      <dgm:spPr/>
      <dgm:t>
        <a:bodyPr/>
        <a:lstStyle/>
        <a:p>
          <a:endParaRPr lang="en-US"/>
        </a:p>
      </dgm:t>
    </dgm:pt>
    <dgm:pt modelId="{ACDACBC4-695D-46AB-9238-19BE2A2E2B16}">
      <dgm:prSet/>
      <dgm:spPr/>
      <dgm:t>
        <a:bodyPr/>
        <a:lstStyle/>
        <a:p>
          <a:pPr>
            <a:defRPr cap="all"/>
          </a:pPr>
          <a:r>
            <a:rPr lang="en-US"/>
            <a:t>Transistor: BC547B.</a:t>
          </a:r>
        </a:p>
      </dgm:t>
    </dgm:pt>
    <dgm:pt modelId="{24A4A1F5-0CAC-4159-A76E-8411B433FE23}" type="parTrans" cxnId="{B0EF1EF0-196A-4BB9-AA1A-F754A4C5091E}">
      <dgm:prSet/>
      <dgm:spPr/>
      <dgm:t>
        <a:bodyPr/>
        <a:lstStyle/>
        <a:p>
          <a:endParaRPr lang="en-US"/>
        </a:p>
      </dgm:t>
    </dgm:pt>
    <dgm:pt modelId="{444967A3-4450-4A1E-8AC8-AF3156844E92}" type="sibTrans" cxnId="{B0EF1EF0-196A-4BB9-AA1A-F754A4C5091E}">
      <dgm:prSet/>
      <dgm:spPr/>
      <dgm:t>
        <a:bodyPr/>
        <a:lstStyle/>
        <a:p>
          <a:endParaRPr lang="en-US"/>
        </a:p>
      </dgm:t>
    </dgm:pt>
    <dgm:pt modelId="{8F168C87-CC46-4913-BEE5-E302D209511F}" type="pres">
      <dgm:prSet presAssocID="{2D1FF79C-F349-40D9-9460-F6893CAA9DF5}" presName="root" presStyleCnt="0">
        <dgm:presLayoutVars>
          <dgm:dir/>
          <dgm:resizeHandles val="exact"/>
        </dgm:presLayoutVars>
      </dgm:prSet>
      <dgm:spPr/>
    </dgm:pt>
    <dgm:pt modelId="{36F73D35-E17C-4EE0-BC2B-B3A385022CD5}" type="pres">
      <dgm:prSet presAssocID="{A7B212DA-38E6-4CE5-A9ED-D20AACAD813A}" presName="compNode" presStyleCnt="0"/>
      <dgm:spPr/>
    </dgm:pt>
    <dgm:pt modelId="{BBAA3A99-3C73-40E5-A0AB-981494EF1A24}" type="pres">
      <dgm:prSet presAssocID="{A7B212DA-38E6-4CE5-A9ED-D20AACAD813A}" presName="iconBgRect" presStyleLbl="bgShp" presStyleIdx="0" presStyleCnt="4"/>
      <dgm:spPr/>
    </dgm:pt>
    <dgm:pt modelId="{E9845144-DAF0-4C2A-9EE0-35DCD239FC43}" type="pres">
      <dgm:prSet presAssocID="{A7B212DA-38E6-4CE5-A9ED-D20AACAD81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mitir"/>
        </a:ext>
      </dgm:extLst>
    </dgm:pt>
    <dgm:pt modelId="{1CFF927E-F6D6-44B9-8743-88A3B24F9E2A}" type="pres">
      <dgm:prSet presAssocID="{A7B212DA-38E6-4CE5-A9ED-D20AACAD813A}" presName="spaceRect" presStyleCnt="0"/>
      <dgm:spPr/>
    </dgm:pt>
    <dgm:pt modelId="{89E5D320-603D-4276-9A96-EB3516CA6784}" type="pres">
      <dgm:prSet presAssocID="{A7B212DA-38E6-4CE5-A9ED-D20AACAD813A}" presName="textRect" presStyleLbl="revTx" presStyleIdx="0" presStyleCnt="4">
        <dgm:presLayoutVars>
          <dgm:chMax val="1"/>
          <dgm:chPref val="1"/>
        </dgm:presLayoutVars>
      </dgm:prSet>
      <dgm:spPr/>
    </dgm:pt>
    <dgm:pt modelId="{C3864E09-869D-41EF-8281-69B85109759F}" type="pres">
      <dgm:prSet presAssocID="{97602A9F-BFA9-42DD-ABB0-235D26EA6406}" presName="sibTrans" presStyleCnt="0"/>
      <dgm:spPr/>
    </dgm:pt>
    <dgm:pt modelId="{5B01A418-D112-4F02-9A8E-2EAEB47055BE}" type="pres">
      <dgm:prSet presAssocID="{7CF7E63F-E588-49B1-B611-9E2670ACE257}" presName="compNode" presStyleCnt="0"/>
      <dgm:spPr/>
    </dgm:pt>
    <dgm:pt modelId="{0034EE53-1D1A-4811-9038-9AB692AD7FE1}" type="pres">
      <dgm:prSet presAssocID="{7CF7E63F-E588-49B1-B611-9E2670ACE257}" presName="iconBgRect" presStyleLbl="bgShp" presStyleIdx="1" presStyleCnt="4"/>
      <dgm:spPr/>
    </dgm:pt>
    <dgm:pt modelId="{9C9A1C6C-8415-4ACF-B4CE-8980C9E84B25}" type="pres">
      <dgm:prSet presAssocID="{7CF7E63F-E588-49B1-B611-9E2670ACE2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F584CC5E-183D-4804-9D9D-A948EE9CFF2A}" type="pres">
      <dgm:prSet presAssocID="{7CF7E63F-E588-49B1-B611-9E2670ACE257}" presName="spaceRect" presStyleCnt="0"/>
      <dgm:spPr/>
    </dgm:pt>
    <dgm:pt modelId="{264FA569-46F1-4E8D-88C8-0076869CE293}" type="pres">
      <dgm:prSet presAssocID="{7CF7E63F-E588-49B1-B611-9E2670ACE257}" presName="textRect" presStyleLbl="revTx" presStyleIdx="1" presStyleCnt="4">
        <dgm:presLayoutVars>
          <dgm:chMax val="1"/>
          <dgm:chPref val="1"/>
        </dgm:presLayoutVars>
      </dgm:prSet>
      <dgm:spPr/>
    </dgm:pt>
    <dgm:pt modelId="{7CACCC5F-453D-446F-825C-1837DE2D8BEB}" type="pres">
      <dgm:prSet presAssocID="{78722078-C29B-4D95-9BB8-732391E8639E}" presName="sibTrans" presStyleCnt="0"/>
      <dgm:spPr/>
    </dgm:pt>
    <dgm:pt modelId="{D024025B-71C6-4753-AFF7-2E7082147A8D}" type="pres">
      <dgm:prSet presAssocID="{B6AF6AA6-30D6-4108-AB06-5F04DB3C28A2}" presName="compNode" presStyleCnt="0"/>
      <dgm:spPr/>
    </dgm:pt>
    <dgm:pt modelId="{6F76AC6F-62E1-4A5D-A4AD-34D0B499576E}" type="pres">
      <dgm:prSet presAssocID="{B6AF6AA6-30D6-4108-AB06-5F04DB3C28A2}" presName="iconBgRect" presStyleLbl="bgShp" presStyleIdx="2" presStyleCnt="4"/>
      <dgm:spPr/>
    </dgm:pt>
    <dgm:pt modelId="{B266887C-1A85-49B5-B0BA-6CFD3F96485C}" type="pres">
      <dgm:prSet presAssocID="{B6AF6AA6-30D6-4108-AB06-5F04DB3C28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AEC479A8-740A-4A61-A764-BB90683EEEB8}" type="pres">
      <dgm:prSet presAssocID="{B6AF6AA6-30D6-4108-AB06-5F04DB3C28A2}" presName="spaceRect" presStyleCnt="0"/>
      <dgm:spPr/>
    </dgm:pt>
    <dgm:pt modelId="{950588A6-E932-4064-BB99-9B604C76BC75}" type="pres">
      <dgm:prSet presAssocID="{B6AF6AA6-30D6-4108-AB06-5F04DB3C28A2}" presName="textRect" presStyleLbl="revTx" presStyleIdx="2" presStyleCnt="4">
        <dgm:presLayoutVars>
          <dgm:chMax val="1"/>
          <dgm:chPref val="1"/>
        </dgm:presLayoutVars>
      </dgm:prSet>
      <dgm:spPr/>
    </dgm:pt>
    <dgm:pt modelId="{159EEE5B-5EEC-4178-A9F7-D403CF1D06DF}" type="pres">
      <dgm:prSet presAssocID="{91380C9E-EA93-4A98-A733-517F3342CCF0}" presName="sibTrans" presStyleCnt="0"/>
      <dgm:spPr/>
    </dgm:pt>
    <dgm:pt modelId="{0AA72877-8665-4F8A-B155-04E255DAEAC6}" type="pres">
      <dgm:prSet presAssocID="{ACDACBC4-695D-46AB-9238-19BE2A2E2B16}" presName="compNode" presStyleCnt="0"/>
      <dgm:spPr/>
    </dgm:pt>
    <dgm:pt modelId="{33413F00-3EF2-4CBE-A9C7-8B316369216B}" type="pres">
      <dgm:prSet presAssocID="{ACDACBC4-695D-46AB-9238-19BE2A2E2B16}" presName="iconBgRect" presStyleLbl="bgShp" presStyleIdx="3" presStyleCnt="4"/>
      <dgm:spPr/>
    </dgm:pt>
    <dgm:pt modelId="{654CD49A-ACA7-41E8-B98C-C656454AA4E3}" type="pres">
      <dgm:prSet presAssocID="{ACDACBC4-695D-46AB-9238-19BE2A2E2B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9FF5FA1-8DD7-4805-B67A-5CEFD98452B9}" type="pres">
      <dgm:prSet presAssocID="{ACDACBC4-695D-46AB-9238-19BE2A2E2B16}" presName="spaceRect" presStyleCnt="0"/>
      <dgm:spPr/>
    </dgm:pt>
    <dgm:pt modelId="{8AAB679F-8CE4-4BD6-A901-94AD7AAC7A8F}" type="pres">
      <dgm:prSet presAssocID="{ACDACBC4-695D-46AB-9238-19BE2A2E2B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524108-D462-4027-8A66-FAB3277A8969}" type="presOf" srcId="{B6AF6AA6-30D6-4108-AB06-5F04DB3C28A2}" destId="{950588A6-E932-4064-BB99-9B604C76BC75}" srcOrd="0" destOrd="0" presId="urn:microsoft.com/office/officeart/2018/5/layout/IconCircleLabelList"/>
    <dgm:cxn modelId="{F2DDCC61-9711-40CB-A4DD-4213C5D0282B}" type="presOf" srcId="{7CF7E63F-E588-49B1-B611-9E2670ACE257}" destId="{264FA569-46F1-4E8D-88C8-0076869CE293}" srcOrd="0" destOrd="0" presId="urn:microsoft.com/office/officeart/2018/5/layout/IconCircleLabelList"/>
    <dgm:cxn modelId="{1612144A-EEF3-4CA8-ADC6-627A9BE6D791}" type="presOf" srcId="{A7B212DA-38E6-4CE5-A9ED-D20AACAD813A}" destId="{89E5D320-603D-4276-9A96-EB3516CA6784}" srcOrd="0" destOrd="0" presId="urn:microsoft.com/office/officeart/2018/5/layout/IconCircleLabelList"/>
    <dgm:cxn modelId="{006D4D6C-F780-4D97-9CEB-EB36353E0964}" type="presOf" srcId="{ACDACBC4-695D-46AB-9238-19BE2A2E2B16}" destId="{8AAB679F-8CE4-4BD6-A901-94AD7AAC7A8F}" srcOrd="0" destOrd="0" presId="urn:microsoft.com/office/officeart/2018/5/layout/IconCircleLabelList"/>
    <dgm:cxn modelId="{3AF46E6F-93B8-44D4-A3E5-BB1AF712712A}" srcId="{2D1FF79C-F349-40D9-9460-F6893CAA9DF5}" destId="{7CF7E63F-E588-49B1-B611-9E2670ACE257}" srcOrd="1" destOrd="0" parTransId="{84ECC584-0C16-45D3-BFBA-20C8905A82A2}" sibTransId="{78722078-C29B-4D95-9BB8-732391E8639E}"/>
    <dgm:cxn modelId="{AFB1E376-BEBA-463E-BA25-44B9B6227BD8}" type="presOf" srcId="{2D1FF79C-F349-40D9-9460-F6893CAA9DF5}" destId="{8F168C87-CC46-4913-BEE5-E302D209511F}" srcOrd="0" destOrd="0" presId="urn:microsoft.com/office/officeart/2018/5/layout/IconCircleLabelList"/>
    <dgm:cxn modelId="{497E19AD-4042-480F-8833-0CCF81849858}" srcId="{2D1FF79C-F349-40D9-9460-F6893CAA9DF5}" destId="{B6AF6AA6-30D6-4108-AB06-5F04DB3C28A2}" srcOrd="2" destOrd="0" parTransId="{66892EEB-F35E-4C94-A11F-16EF8AA0F265}" sibTransId="{91380C9E-EA93-4A98-A733-517F3342CCF0}"/>
    <dgm:cxn modelId="{FD6988B2-34D8-4318-8AFC-9B8A43BC7856}" srcId="{2D1FF79C-F349-40D9-9460-F6893CAA9DF5}" destId="{A7B212DA-38E6-4CE5-A9ED-D20AACAD813A}" srcOrd="0" destOrd="0" parTransId="{49596E22-6959-425E-9569-7CFCD612A51E}" sibTransId="{97602A9F-BFA9-42DD-ABB0-235D26EA6406}"/>
    <dgm:cxn modelId="{B0EF1EF0-196A-4BB9-AA1A-F754A4C5091E}" srcId="{2D1FF79C-F349-40D9-9460-F6893CAA9DF5}" destId="{ACDACBC4-695D-46AB-9238-19BE2A2E2B16}" srcOrd="3" destOrd="0" parTransId="{24A4A1F5-0CAC-4159-A76E-8411B433FE23}" sibTransId="{444967A3-4450-4A1E-8AC8-AF3156844E92}"/>
    <dgm:cxn modelId="{0448389F-68BC-4C32-94AD-3EA0548D3AA8}" type="presParOf" srcId="{8F168C87-CC46-4913-BEE5-E302D209511F}" destId="{36F73D35-E17C-4EE0-BC2B-B3A385022CD5}" srcOrd="0" destOrd="0" presId="urn:microsoft.com/office/officeart/2018/5/layout/IconCircleLabelList"/>
    <dgm:cxn modelId="{761C3132-733B-4EA9-BDEC-8278826F5587}" type="presParOf" srcId="{36F73D35-E17C-4EE0-BC2B-B3A385022CD5}" destId="{BBAA3A99-3C73-40E5-A0AB-981494EF1A24}" srcOrd="0" destOrd="0" presId="urn:microsoft.com/office/officeart/2018/5/layout/IconCircleLabelList"/>
    <dgm:cxn modelId="{FF2F4CEA-BB73-4D41-9530-45C8E8D4C9C2}" type="presParOf" srcId="{36F73D35-E17C-4EE0-BC2B-B3A385022CD5}" destId="{E9845144-DAF0-4C2A-9EE0-35DCD239FC43}" srcOrd="1" destOrd="0" presId="urn:microsoft.com/office/officeart/2018/5/layout/IconCircleLabelList"/>
    <dgm:cxn modelId="{572608AE-2CBC-41BF-B463-3D9825493FC6}" type="presParOf" srcId="{36F73D35-E17C-4EE0-BC2B-B3A385022CD5}" destId="{1CFF927E-F6D6-44B9-8743-88A3B24F9E2A}" srcOrd="2" destOrd="0" presId="urn:microsoft.com/office/officeart/2018/5/layout/IconCircleLabelList"/>
    <dgm:cxn modelId="{A3785EAA-88A0-4415-8ECC-47F83DF25FA4}" type="presParOf" srcId="{36F73D35-E17C-4EE0-BC2B-B3A385022CD5}" destId="{89E5D320-603D-4276-9A96-EB3516CA6784}" srcOrd="3" destOrd="0" presId="urn:microsoft.com/office/officeart/2018/5/layout/IconCircleLabelList"/>
    <dgm:cxn modelId="{1193FECE-7F47-4D44-A183-1591FA0B7BB3}" type="presParOf" srcId="{8F168C87-CC46-4913-BEE5-E302D209511F}" destId="{C3864E09-869D-41EF-8281-69B85109759F}" srcOrd="1" destOrd="0" presId="urn:microsoft.com/office/officeart/2018/5/layout/IconCircleLabelList"/>
    <dgm:cxn modelId="{F2AEB05B-7934-43A4-8190-145F80BAAA33}" type="presParOf" srcId="{8F168C87-CC46-4913-BEE5-E302D209511F}" destId="{5B01A418-D112-4F02-9A8E-2EAEB47055BE}" srcOrd="2" destOrd="0" presId="urn:microsoft.com/office/officeart/2018/5/layout/IconCircleLabelList"/>
    <dgm:cxn modelId="{6A9665E2-9076-404A-8599-5ED6A570AC96}" type="presParOf" srcId="{5B01A418-D112-4F02-9A8E-2EAEB47055BE}" destId="{0034EE53-1D1A-4811-9038-9AB692AD7FE1}" srcOrd="0" destOrd="0" presId="urn:microsoft.com/office/officeart/2018/5/layout/IconCircleLabelList"/>
    <dgm:cxn modelId="{1748320D-250A-4B44-86A5-E9DB868E572E}" type="presParOf" srcId="{5B01A418-D112-4F02-9A8E-2EAEB47055BE}" destId="{9C9A1C6C-8415-4ACF-B4CE-8980C9E84B25}" srcOrd="1" destOrd="0" presId="urn:microsoft.com/office/officeart/2018/5/layout/IconCircleLabelList"/>
    <dgm:cxn modelId="{254A32FF-2FEC-490E-AC92-B34CA9CFEA41}" type="presParOf" srcId="{5B01A418-D112-4F02-9A8E-2EAEB47055BE}" destId="{F584CC5E-183D-4804-9D9D-A948EE9CFF2A}" srcOrd="2" destOrd="0" presId="urn:microsoft.com/office/officeart/2018/5/layout/IconCircleLabelList"/>
    <dgm:cxn modelId="{61BB7F68-CE65-47CA-9295-778401993CD0}" type="presParOf" srcId="{5B01A418-D112-4F02-9A8E-2EAEB47055BE}" destId="{264FA569-46F1-4E8D-88C8-0076869CE293}" srcOrd="3" destOrd="0" presId="urn:microsoft.com/office/officeart/2018/5/layout/IconCircleLabelList"/>
    <dgm:cxn modelId="{BEC15CA4-CB4C-40C8-8805-C19D07876DF4}" type="presParOf" srcId="{8F168C87-CC46-4913-BEE5-E302D209511F}" destId="{7CACCC5F-453D-446F-825C-1837DE2D8BEB}" srcOrd="3" destOrd="0" presId="urn:microsoft.com/office/officeart/2018/5/layout/IconCircleLabelList"/>
    <dgm:cxn modelId="{D30F5505-A64C-4AF4-B44F-DB147AA6E2AF}" type="presParOf" srcId="{8F168C87-CC46-4913-BEE5-E302D209511F}" destId="{D024025B-71C6-4753-AFF7-2E7082147A8D}" srcOrd="4" destOrd="0" presId="urn:microsoft.com/office/officeart/2018/5/layout/IconCircleLabelList"/>
    <dgm:cxn modelId="{29879BEF-7CE6-45C7-A24B-12EC8666BE5E}" type="presParOf" srcId="{D024025B-71C6-4753-AFF7-2E7082147A8D}" destId="{6F76AC6F-62E1-4A5D-A4AD-34D0B499576E}" srcOrd="0" destOrd="0" presId="urn:microsoft.com/office/officeart/2018/5/layout/IconCircleLabelList"/>
    <dgm:cxn modelId="{495B1EF4-8335-461F-BEAE-9E0D2FC1C7A5}" type="presParOf" srcId="{D024025B-71C6-4753-AFF7-2E7082147A8D}" destId="{B266887C-1A85-49B5-B0BA-6CFD3F96485C}" srcOrd="1" destOrd="0" presId="urn:microsoft.com/office/officeart/2018/5/layout/IconCircleLabelList"/>
    <dgm:cxn modelId="{64482EFA-7B5F-47FA-AA93-1E3F17B8291B}" type="presParOf" srcId="{D024025B-71C6-4753-AFF7-2E7082147A8D}" destId="{AEC479A8-740A-4A61-A764-BB90683EEEB8}" srcOrd="2" destOrd="0" presId="urn:microsoft.com/office/officeart/2018/5/layout/IconCircleLabelList"/>
    <dgm:cxn modelId="{191D4698-746D-4D2B-93EA-67C7FE0D4525}" type="presParOf" srcId="{D024025B-71C6-4753-AFF7-2E7082147A8D}" destId="{950588A6-E932-4064-BB99-9B604C76BC75}" srcOrd="3" destOrd="0" presId="urn:microsoft.com/office/officeart/2018/5/layout/IconCircleLabelList"/>
    <dgm:cxn modelId="{5495C5EF-6470-448E-9C89-D23EFF797995}" type="presParOf" srcId="{8F168C87-CC46-4913-BEE5-E302D209511F}" destId="{159EEE5B-5EEC-4178-A9F7-D403CF1D06DF}" srcOrd="5" destOrd="0" presId="urn:microsoft.com/office/officeart/2018/5/layout/IconCircleLabelList"/>
    <dgm:cxn modelId="{B2985D79-3146-4E9C-B406-E5EBF50F2839}" type="presParOf" srcId="{8F168C87-CC46-4913-BEE5-E302D209511F}" destId="{0AA72877-8665-4F8A-B155-04E255DAEAC6}" srcOrd="6" destOrd="0" presId="urn:microsoft.com/office/officeart/2018/5/layout/IconCircleLabelList"/>
    <dgm:cxn modelId="{3AB461F4-DD93-4D82-871D-3912A70601DC}" type="presParOf" srcId="{0AA72877-8665-4F8A-B155-04E255DAEAC6}" destId="{33413F00-3EF2-4CBE-A9C7-8B316369216B}" srcOrd="0" destOrd="0" presId="urn:microsoft.com/office/officeart/2018/5/layout/IconCircleLabelList"/>
    <dgm:cxn modelId="{EC9BDBE4-1DAB-491A-BC6B-8A149FA26563}" type="presParOf" srcId="{0AA72877-8665-4F8A-B155-04E255DAEAC6}" destId="{654CD49A-ACA7-41E8-B98C-C656454AA4E3}" srcOrd="1" destOrd="0" presId="urn:microsoft.com/office/officeart/2018/5/layout/IconCircleLabelList"/>
    <dgm:cxn modelId="{0D5E6D4F-3D07-4268-A697-C0F4DFE6FFE2}" type="presParOf" srcId="{0AA72877-8665-4F8A-B155-04E255DAEAC6}" destId="{59FF5FA1-8DD7-4805-B67A-5CEFD98452B9}" srcOrd="2" destOrd="0" presId="urn:microsoft.com/office/officeart/2018/5/layout/IconCircleLabelList"/>
    <dgm:cxn modelId="{44083CED-AC86-4019-891B-FED004702488}" type="presParOf" srcId="{0AA72877-8665-4F8A-B155-04E255DAEAC6}" destId="{8AAB679F-8CE4-4BD6-A901-94AD7AAC7A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C32EC8-5FF8-4C1A-9974-7AB9BE9F35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0215AA-C8EF-4768-ACB8-D9E8D8D21618}">
      <dgm:prSet/>
      <dgm:spPr/>
      <dgm:t>
        <a:bodyPr/>
        <a:lstStyle/>
        <a:p>
          <a:r>
            <a:rPr lang="en-US"/>
            <a:t>Proporciona una amplificación adicional.</a:t>
          </a:r>
        </a:p>
      </dgm:t>
    </dgm:pt>
    <dgm:pt modelId="{EBBF915A-C19F-4D38-8F0E-D7E1E803082E}" type="parTrans" cxnId="{2B994296-1389-458D-B40D-E9D7EADB438F}">
      <dgm:prSet/>
      <dgm:spPr/>
      <dgm:t>
        <a:bodyPr/>
        <a:lstStyle/>
        <a:p>
          <a:endParaRPr lang="en-US"/>
        </a:p>
      </dgm:t>
    </dgm:pt>
    <dgm:pt modelId="{270DF272-D943-4A22-A26F-275928F04B4A}" type="sibTrans" cxnId="{2B994296-1389-458D-B40D-E9D7EADB438F}">
      <dgm:prSet/>
      <dgm:spPr/>
      <dgm:t>
        <a:bodyPr/>
        <a:lstStyle/>
        <a:p>
          <a:endParaRPr lang="en-US"/>
        </a:p>
      </dgm:t>
    </dgm:pt>
    <dgm:pt modelId="{F1762758-92DB-4842-9778-F742E6C3A19C}">
      <dgm:prSet/>
      <dgm:spPr/>
      <dgm:t>
        <a:bodyPr/>
        <a:lstStyle/>
        <a:p>
          <a:r>
            <a:rPr lang="en-US"/>
            <a:t>Invierte la señal 180°.</a:t>
          </a:r>
        </a:p>
      </dgm:t>
    </dgm:pt>
    <dgm:pt modelId="{3AF7CFED-1323-4387-AD65-B8E15389371A}" type="parTrans" cxnId="{3BAD795D-CEF0-466F-993D-C7BE65F19EE0}">
      <dgm:prSet/>
      <dgm:spPr/>
      <dgm:t>
        <a:bodyPr/>
        <a:lstStyle/>
        <a:p>
          <a:endParaRPr lang="en-US"/>
        </a:p>
      </dgm:t>
    </dgm:pt>
    <dgm:pt modelId="{F5F31A9C-20DA-4B12-9033-8A6B492656BD}" type="sibTrans" cxnId="{3BAD795D-CEF0-466F-993D-C7BE65F19EE0}">
      <dgm:prSet/>
      <dgm:spPr/>
      <dgm:t>
        <a:bodyPr/>
        <a:lstStyle/>
        <a:p>
          <a:endParaRPr lang="en-US"/>
        </a:p>
      </dgm:t>
    </dgm:pt>
    <dgm:pt modelId="{2AD0A35F-A739-4CBB-BA65-7F354FEF7E26}">
      <dgm:prSet/>
      <dgm:spPr/>
      <dgm:t>
        <a:bodyPr/>
        <a:lstStyle/>
        <a:p>
          <a:r>
            <a:rPr lang="en-US"/>
            <a:t>Ganancia aproximada: 20.</a:t>
          </a:r>
        </a:p>
      </dgm:t>
    </dgm:pt>
    <dgm:pt modelId="{E0E12284-B174-47D8-B081-B2D14AA1E00C}" type="parTrans" cxnId="{CF980D0C-33F4-4E7C-BDEF-EA9DBF560FCC}">
      <dgm:prSet/>
      <dgm:spPr/>
      <dgm:t>
        <a:bodyPr/>
        <a:lstStyle/>
        <a:p>
          <a:endParaRPr lang="en-US"/>
        </a:p>
      </dgm:t>
    </dgm:pt>
    <dgm:pt modelId="{57DF6A82-49C3-4A6E-86D8-E9B20D88C70F}" type="sibTrans" cxnId="{CF980D0C-33F4-4E7C-BDEF-EA9DBF560FCC}">
      <dgm:prSet/>
      <dgm:spPr/>
      <dgm:t>
        <a:bodyPr/>
        <a:lstStyle/>
        <a:p>
          <a:endParaRPr lang="en-US"/>
        </a:p>
      </dgm:t>
    </dgm:pt>
    <dgm:pt modelId="{3877F205-3260-4E89-B9DC-AD6DB4AFD1F5}">
      <dgm:prSet/>
      <dgm:spPr/>
      <dgm:t>
        <a:bodyPr/>
        <a:lstStyle/>
        <a:p>
          <a:r>
            <a:rPr lang="en-US"/>
            <a:t>Transistor: BC547B.</a:t>
          </a:r>
        </a:p>
      </dgm:t>
    </dgm:pt>
    <dgm:pt modelId="{9A635E4E-F1BB-493E-BC43-F0DC34CBEFFF}" type="parTrans" cxnId="{1CD49951-9936-42AA-9DC8-90C0BDD956C0}">
      <dgm:prSet/>
      <dgm:spPr/>
      <dgm:t>
        <a:bodyPr/>
        <a:lstStyle/>
        <a:p>
          <a:endParaRPr lang="en-US"/>
        </a:p>
      </dgm:t>
    </dgm:pt>
    <dgm:pt modelId="{75F7BB2D-1ED4-4AAE-9DD8-074D86171609}" type="sibTrans" cxnId="{1CD49951-9936-42AA-9DC8-90C0BDD956C0}">
      <dgm:prSet/>
      <dgm:spPr/>
      <dgm:t>
        <a:bodyPr/>
        <a:lstStyle/>
        <a:p>
          <a:endParaRPr lang="en-US"/>
        </a:p>
      </dgm:t>
    </dgm:pt>
    <dgm:pt modelId="{1F2B181E-FACB-468A-A68E-0B140B6FC62D}" type="pres">
      <dgm:prSet presAssocID="{E6C32EC8-5FF8-4C1A-9974-7AB9BE9F3500}" presName="root" presStyleCnt="0">
        <dgm:presLayoutVars>
          <dgm:dir/>
          <dgm:resizeHandles val="exact"/>
        </dgm:presLayoutVars>
      </dgm:prSet>
      <dgm:spPr/>
    </dgm:pt>
    <dgm:pt modelId="{0922B57E-AC08-4929-95C9-D0C0DEDB651A}" type="pres">
      <dgm:prSet presAssocID="{480215AA-C8EF-4768-ACB8-D9E8D8D21618}" presName="compNode" presStyleCnt="0"/>
      <dgm:spPr/>
    </dgm:pt>
    <dgm:pt modelId="{609DF3C1-8A6D-461C-BE34-C38B8F28E9B7}" type="pres">
      <dgm:prSet presAssocID="{480215AA-C8EF-4768-ACB8-D9E8D8D21618}" presName="bgRect" presStyleLbl="bgShp" presStyleIdx="0" presStyleCnt="4"/>
      <dgm:spPr/>
    </dgm:pt>
    <dgm:pt modelId="{7F5B8559-D1F6-4329-A8A5-33B8C77C4137}" type="pres">
      <dgm:prSet presAssocID="{480215AA-C8EF-4768-ACB8-D9E8D8D216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 Note"/>
        </a:ext>
      </dgm:extLst>
    </dgm:pt>
    <dgm:pt modelId="{2CCA34AE-81D0-4C18-9994-62334CB1BAB6}" type="pres">
      <dgm:prSet presAssocID="{480215AA-C8EF-4768-ACB8-D9E8D8D21618}" presName="spaceRect" presStyleCnt="0"/>
      <dgm:spPr/>
    </dgm:pt>
    <dgm:pt modelId="{0A62D638-6114-48F2-A808-17DAAB0C9520}" type="pres">
      <dgm:prSet presAssocID="{480215AA-C8EF-4768-ACB8-D9E8D8D21618}" presName="parTx" presStyleLbl="revTx" presStyleIdx="0" presStyleCnt="4">
        <dgm:presLayoutVars>
          <dgm:chMax val="0"/>
          <dgm:chPref val="0"/>
        </dgm:presLayoutVars>
      </dgm:prSet>
      <dgm:spPr/>
    </dgm:pt>
    <dgm:pt modelId="{405E1647-9935-4EA5-ADB4-F5FDD9FCC4ED}" type="pres">
      <dgm:prSet presAssocID="{270DF272-D943-4A22-A26F-275928F04B4A}" presName="sibTrans" presStyleCnt="0"/>
      <dgm:spPr/>
    </dgm:pt>
    <dgm:pt modelId="{7B9F55E3-F5A2-4C0E-AF94-50C572D91717}" type="pres">
      <dgm:prSet presAssocID="{F1762758-92DB-4842-9778-F742E6C3A19C}" presName="compNode" presStyleCnt="0"/>
      <dgm:spPr/>
    </dgm:pt>
    <dgm:pt modelId="{CC417551-BD56-465F-9308-229B00FAD3BC}" type="pres">
      <dgm:prSet presAssocID="{F1762758-92DB-4842-9778-F742E6C3A19C}" presName="bgRect" presStyleLbl="bgShp" presStyleIdx="1" presStyleCnt="4"/>
      <dgm:spPr/>
    </dgm:pt>
    <dgm:pt modelId="{D50E690E-2E31-4C26-801D-585525701A90}" type="pres">
      <dgm:prSet presAssocID="{F1762758-92DB-4842-9778-F742E6C3A19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tir"/>
        </a:ext>
      </dgm:extLst>
    </dgm:pt>
    <dgm:pt modelId="{847FBE39-43F6-4B65-B56F-E241C2C2055D}" type="pres">
      <dgm:prSet presAssocID="{F1762758-92DB-4842-9778-F742E6C3A19C}" presName="spaceRect" presStyleCnt="0"/>
      <dgm:spPr/>
    </dgm:pt>
    <dgm:pt modelId="{CDFB8586-A603-415B-9C52-EC26B486D79F}" type="pres">
      <dgm:prSet presAssocID="{F1762758-92DB-4842-9778-F742E6C3A19C}" presName="parTx" presStyleLbl="revTx" presStyleIdx="1" presStyleCnt="4">
        <dgm:presLayoutVars>
          <dgm:chMax val="0"/>
          <dgm:chPref val="0"/>
        </dgm:presLayoutVars>
      </dgm:prSet>
      <dgm:spPr/>
    </dgm:pt>
    <dgm:pt modelId="{6E013391-0441-4129-91B9-5E0FB8E339E3}" type="pres">
      <dgm:prSet presAssocID="{F5F31A9C-20DA-4B12-9033-8A6B492656BD}" presName="sibTrans" presStyleCnt="0"/>
      <dgm:spPr/>
    </dgm:pt>
    <dgm:pt modelId="{0483501E-CB14-45E9-B8C3-9132513E600E}" type="pres">
      <dgm:prSet presAssocID="{2AD0A35F-A739-4CBB-BA65-7F354FEF7E26}" presName="compNode" presStyleCnt="0"/>
      <dgm:spPr/>
    </dgm:pt>
    <dgm:pt modelId="{869133CE-3D1B-4198-BFF1-54B4497D723C}" type="pres">
      <dgm:prSet presAssocID="{2AD0A35F-A739-4CBB-BA65-7F354FEF7E26}" presName="bgRect" presStyleLbl="bgShp" presStyleIdx="2" presStyleCnt="4"/>
      <dgm:spPr/>
    </dgm:pt>
    <dgm:pt modelId="{F1C53DEB-AFFC-4D9C-B008-B6298E878804}" type="pres">
      <dgm:prSet presAssocID="{2AD0A35F-A739-4CBB-BA65-7F354FEF7E2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6B79C2D9-EFFC-41EA-9D5B-1E1551577D7F}" type="pres">
      <dgm:prSet presAssocID="{2AD0A35F-A739-4CBB-BA65-7F354FEF7E26}" presName="spaceRect" presStyleCnt="0"/>
      <dgm:spPr/>
    </dgm:pt>
    <dgm:pt modelId="{136D3404-E1C2-4426-BC05-555F7CD33232}" type="pres">
      <dgm:prSet presAssocID="{2AD0A35F-A739-4CBB-BA65-7F354FEF7E26}" presName="parTx" presStyleLbl="revTx" presStyleIdx="2" presStyleCnt="4">
        <dgm:presLayoutVars>
          <dgm:chMax val="0"/>
          <dgm:chPref val="0"/>
        </dgm:presLayoutVars>
      </dgm:prSet>
      <dgm:spPr/>
    </dgm:pt>
    <dgm:pt modelId="{770637AE-AB3F-4492-86E4-D3BA4BE499FC}" type="pres">
      <dgm:prSet presAssocID="{57DF6A82-49C3-4A6E-86D8-E9B20D88C70F}" presName="sibTrans" presStyleCnt="0"/>
      <dgm:spPr/>
    </dgm:pt>
    <dgm:pt modelId="{B3A17C41-D2D2-4C84-98FA-E0250191672D}" type="pres">
      <dgm:prSet presAssocID="{3877F205-3260-4E89-B9DC-AD6DB4AFD1F5}" presName="compNode" presStyleCnt="0"/>
      <dgm:spPr/>
    </dgm:pt>
    <dgm:pt modelId="{721CB743-3830-4026-9EDD-29E3C854404C}" type="pres">
      <dgm:prSet presAssocID="{3877F205-3260-4E89-B9DC-AD6DB4AFD1F5}" presName="bgRect" presStyleLbl="bgShp" presStyleIdx="3" presStyleCnt="4"/>
      <dgm:spPr/>
    </dgm:pt>
    <dgm:pt modelId="{4B82C635-92CB-45D8-91C5-F5689A4299BA}" type="pres">
      <dgm:prSet presAssocID="{3877F205-3260-4E89-B9DC-AD6DB4AFD1F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E2FC2DE7-AAFF-48A4-A831-A59F04195D17}" type="pres">
      <dgm:prSet presAssocID="{3877F205-3260-4E89-B9DC-AD6DB4AFD1F5}" presName="spaceRect" presStyleCnt="0"/>
      <dgm:spPr/>
    </dgm:pt>
    <dgm:pt modelId="{0883A6F8-FB18-45F8-8EC2-898F8B3198EB}" type="pres">
      <dgm:prSet presAssocID="{3877F205-3260-4E89-B9DC-AD6DB4AFD1F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F980D0C-33F4-4E7C-BDEF-EA9DBF560FCC}" srcId="{E6C32EC8-5FF8-4C1A-9974-7AB9BE9F3500}" destId="{2AD0A35F-A739-4CBB-BA65-7F354FEF7E26}" srcOrd="2" destOrd="0" parTransId="{E0E12284-B174-47D8-B081-B2D14AA1E00C}" sibTransId="{57DF6A82-49C3-4A6E-86D8-E9B20D88C70F}"/>
    <dgm:cxn modelId="{3BAD795D-CEF0-466F-993D-C7BE65F19EE0}" srcId="{E6C32EC8-5FF8-4C1A-9974-7AB9BE9F3500}" destId="{F1762758-92DB-4842-9778-F742E6C3A19C}" srcOrd="1" destOrd="0" parTransId="{3AF7CFED-1323-4387-AD65-B8E15389371A}" sibTransId="{F5F31A9C-20DA-4B12-9033-8A6B492656BD}"/>
    <dgm:cxn modelId="{CC8CF148-ADE1-4F04-B957-B09E7DD80B20}" type="presOf" srcId="{2AD0A35F-A739-4CBB-BA65-7F354FEF7E26}" destId="{136D3404-E1C2-4426-BC05-555F7CD33232}" srcOrd="0" destOrd="0" presId="urn:microsoft.com/office/officeart/2018/2/layout/IconVerticalSolidList"/>
    <dgm:cxn modelId="{1CD49951-9936-42AA-9DC8-90C0BDD956C0}" srcId="{E6C32EC8-5FF8-4C1A-9974-7AB9BE9F3500}" destId="{3877F205-3260-4E89-B9DC-AD6DB4AFD1F5}" srcOrd="3" destOrd="0" parTransId="{9A635E4E-F1BB-493E-BC43-F0DC34CBEFFF}" sibTransId="{75F7BB2D-1ED4-4AAE-9DD8-074D86171609}"/>
    <dgm:cxn modelId="{53B7C18F-0899-4F6D-A88E-15AB92597317}" type="presOf" srcId="{3877F205-3260-4E89-B9DC-AD6DB4AFD1F5}" destId="{0883A6F8-FB18-45F8-8EC2-898F8B3198EB}" srcOrd="0" destOrd="0" presId="urn:microsoft.com/office/officeart/2018/2/layout/IconVerticalSolidList"/>
    <dgm:cxn modelId="{2B994296-1389-458D-B40D-E9D7EADB438F}" srcId="{E6C32EC8-5FF8-4C1A-9974-7AB9BE9F3500}" destId="{480215AA-C8EF-4768-ACB8-D9E8D8D21618}" srcOrd="0" destOrd="0" parTransId="{EBBF915A-C19F-4D38-8F0E-D7E1E803082E}" sibTransId="{270DF272-D943-4A22-A26F-275928F04B4A}"/>
    <dgm:cxn modelId="{18CF98B2-C729-45D4-8354-E0E56B43A56B}" type="presOf" srcId="{F1762758-92DB-4842-9778-F742E6C3A19C}" destId="{CDFB8586-A603-415B-9C52-EC26B486D79F}" srcOrd="0" destOrd="0" presId="urn:microsoft.com/office/officeart/2018/2/layout/IconVerticalSolidList"/>
    <dgm:cxn modelId="{580903C0-8487-4FC0-92F5-94A18710CE1B}" type="presOf" srcId="{480215AA-C8EF-4768-ACB8-D9E8D8D21618}" destId="{0A62D638-6114-48F2-A808-17DAAB0C9520}" srcOrd="0" destOrd="0" presId="urn:microsoft.com/office/officeart/2018/2/layout/IconVerticalSolidList"/>
    <dgm:cxn modelId="{5FB74DD7-A19C-4274-B7BC-320C7D4C6868}" type="presOf" srcId="{E6C32EC8-5FF8-4C1A-9974-7AB9BE9F3500}" destId="{1F2B181E-FACB-468A-A68E-0B140B6FC62D}" srcOrd="0" destOrd="0" presId="urn:microsoft.com/office/officeart/2018/2/layout/IconVerticalSolidList"/>
    <dgm:cxn modelId="{983FD318-D12A-45F6-8D19-0E53A83CFB2C}" type="presParOf" srcId="{1F2B181E-FACB-468A-A68E-0B140B6FC62D}" destId="{0922B57E-AC08-4929-95C9-D0C0DEDB651A}" srcOrd="0" destOrd="0" presId="urn:microsoft.com/office/officeart/2018/2/layout/IconVerticalSolidList"/>
    <dgm:cxn modelId="{51941055-F613-4CCF-A7EB-861688F66F88}" type="presParOf" srcId="{0922B57E-AC08-4929-95C9-D0C0DEDB651A}" destId="{609DF3C1-8A6D-461C-BE34-C38B8F28E9B7}" srcOrd="0" destOrd="0" presId="urn:microsoft.com/office/officeart/2018/2/layout/IconVerticalSolidList"/>
    <dgm:cxn modelId="{0A8C88FA-8E55-492D-8766-83EFC152E119}" type="presParOf" srcId="{0922B57E-AC08-4929-95C9-D0C0DEDB651A}" destId="{7F5B8559-D1F6-4329-A8A5-33B8C77C4137}" srcOrd="1" destOrd="0" presId="urn:microsoft.com/office/officeart/2018/2/layout/IconVerticalSolidList"/>
    <dgm:cxn modelId="{E483CDD1-21D2-4113-83CE-A8747A1AA716}" type="presParOf" srcId="{0922B57E-AC08-4929-95C9-D0C0DEDB651A}" destId="{2CCA34AE-81D0-4C18-9994-62334CB1BAB6}" srcOrd="2" destOrd="0" presId="urn:microsoft.com/office/officeart/2018/2/layout/IconVerticalSolidList"/>
    <dgm:cxn modelId="{FDF9323A-68B2-4891-9620-ADB57AB6A454}" type="presParOf" srcId="{0922B57E-AC08-4929-95C9-D0C0DEDB651A}" destId="{0A62D638-6114-48F2-A808-17DAAB0C9520}" srcOrd="3" destOrd="0" presId="urn:microsoft.com/office/officeart/2018/2/layout/IconVerticalSolidList"/>
    <dgm:cxn modelId="{668E6115-6B91-494B-8CD9-1A7A63C47FDC}" type="presParOf" srcId="{1F2B181E-FACB-468A-A68E-0B140B6FC62D}" destId="{405E1647-9935-4EA5-ADB4-F5FDD9FCC4ED}" srcOrd="1" destOrd="0" presId="urn:microsoft.com/office/officeart/2018/2/layout/IconVerticalSolidList"/>
    <dgm:cxn modelId="{ECA9F5E4-987F-445F-B33C-E74E3CCC2092}" type="presParOf" srcId="{1F2B181E-FACB-468A-A68E-0B140B6FC62D}" destId="{7B9F55E3-F5A2-4C0E-AF94-50C572D91717}" srcOrd="2" destOrd="0" presId="urn:microsoft.com/office/officeart/2018/2/layout/IconVerticalSolidList"/>
    <dgm:cxn modelId="{98900295-D338-4599-8131-5BF389F72379}" type="presParOf" srcId="{7B9F55E3-F5A2-4C0E-AF94-50C572D91717}" destId="{CC417551-BD56-465F-9308-229B00FAD3BC}" srcOrd="0" destOrd="0" presId="urn:microsoft.com/office/officeart/2018/2/layout/IconVerticalSolidList"/>
    <dgm:cxn modelId="{11856990-C36B-48E4-BD68-D31F81EAD522}" type="presParOf" srcId="{7B9F55E3-F5A2-4C0E-AF94-50C572D91717}" destId="{D50E690E-2E31-4C26-801D-585525701A90}" srcOrd="1" destOrd="0" presId="urn:microsoft.com/office/officeart/2018/2/layout/IconVerticalSolidList"/>
    <dgm:cxn modelId="{F1639782-D04B-479D-A1A7-DD61A0146878}" type="presParOf" srcId="{7B9F55E3-F5A2-4C0E-AF94-50C572D91717}" destId="{847FBE39-43F6-4B65-B56F-E241C2C2055D}" srcOrd="2" destOrd="0" presId="urn:microsoft.com/office/officeart/2018/2/layout/IconVerticalSolidList"/>
    <dgm:cxn modelId="{FFA2D457-CDDE-4D8B-98C3-B3002F4487CB}" type="presParOf" srcId="{7B9F55E3-F5A2-4C0E-AF94-50C572D91717}" destId="{CDFB8586-A603-415B-9C52-EC26B486D79F}" srcOrd="3" destOrd="0" presId="urn:microsoft.com/office/officeart/2018/2/layout/IconVerticalSolidList"/>
    <dgm:cxn modelId="{F5B769F6-CF03-49D2-99D4-92C727C8169D}" type="presParOf" srcId="{1F2B181E-FACB-468A-A68E-0B140B6FC62D}" destId="{6E013391-0441-4129-91B9-5E0FB8E339E3}" srcOrd="3" destOrd="0" presId="urn:microsoft.com/office/officeart/2018/2/layout/IconVerticalSolidList"/>
    <dgm:cxn modelId="{3C1BF13E-9713-4EB6-B39D-302683136756}" type="presParOf" srcId="{1F2B181E-FACB-468A-A68E-0B140B6FC62D}" destId="{0483501E-CB14-45E9-B8C3-9132513E600E}" srcOrd="4" destOrd="0" presId="urn:microsoft.com/office/officeart/2018/2/layout/IconVerticalSolidList"/>
    <dgm:cxn modelId="{DA9863CB-E1FE-44AE-BB77-4DCAC777F426}" type="presParOf" srcId="{0483501E-CB14-45E9-B8C3-9132513E600E}" destId="{869133CE-3D1B-4198-BFF1-54B4497D723C}" srcOrd="0" destOrd="0" presId="urn:microsoft.com/office/officeart/2018/2/layout/IconVerticalSolidList"/>
    <dgm:cxn modelId="{3DDB76FC-6D26-4E66-93C4-AD39A0E95FE3}" type="presParOf" srcId="{0483501E-CB14-45E9-B8C3-9132513E600E}" destId="{F1C53DEB-AFFC-4D9C-B008-B6298E878804}" srcOrd="1" destOrd="0" presId="urn:microsoft.com/office/officeart/2018/2/layout/IconVerticalSolidList"/>
    <dgm:cxn modelId="{842F29D6-2189-439C-9CDF-5965D2EADEE4}" type="presParOf" srcId="{0483501E-CB14-45E9-B8C3-9132513E600E}" destId="{6B79C2D9-EFFC-41EA-9D5B-1E1551577D7F}" srcOrd="2" destOrd="0" presId="urn:microsoft.com/office/officeart/2018/2/layout/IconVerticalSolidList"/>
    <dgm:cxn modelId="{CE3ED597-F14F-496A-B823-DC9EDDE75FBA}" type="presParOf" srcId="{0483501E-CB14-45E9-B8C3-9132513E600E}" destId="{136D3404-E1C2-4426-BC05-555F7CD33232}" srcOrd="3" destOrd="0" presId="urn:microsoft.com/office/officeart/2018/2/layout/IconVerticalSolidList"/>
    <dgm:cxn modelId="{E73DC78B-C745-4BBF-9A91-41FD7F28F9E5}" type="presParOf" srcId="{1F2B181E-FACB-468A-A68E-0B140B6FC62D}" destId="{770637AE-AB3F-4492-86E4-D3BA4BE499FC}" srcOrd="5" destOrd="0" presId="urn:microsoft.com/office/officeart/2018/2/layout/IconVerticalSolidList"/>
    <dgm:cxn modelId="{65FD6CF9-4500-4C98-BC88-23E96725FB66}" type="presParOf" srcId="{1F2B181E-FACB-468A-A68E-0B140B6FC62D}" destId="{B3A17C41-D2D2-4C84-98FA-E0250191672D}" srcOrd="6" destOrd="0" presId="urn:microsoft.com/office/officeart/2018/2/layout/IconVerticalSolidList"/>
    <dgm:cxn modelId="{767FC068-C385-421A-BB4B-A0E0D024C172}" type="presParOf" srcId="{B3A17C41-D2D2-4C84-98FA-E0250191672D}" destId="{721CB743-3830-4026-9EDD-29E3C854404C}" srcOrd="0" destOrd="0" presId="urn:microsoft.com/office/officeart/2018/2/layout/IconVerticalSolidList"/>
    <dgm:cxn modelId="{D4C7B1A3-1628-4CB4-88DD-66DD1D5FF1C6}" type="presParOf" srcId="{B3A17C41-D2D2-4C84-98FA-E0250191672D}" destId="{4B82C635-92CB-45D8-91C5-F5689A4299BA}" srcOrd="1" destOrd="0" presId="urn:microsoft.com/office/officeart/2018/2/layout/IconVerticalSolidList"/>
    <dgm:cxn modelId="{7B5E21E2-F8D4-4562-BDE1-4F55A73C9623}" type="presParOf" srcId="{B3A17C41-D2D2-4C84-98FA-E0250191672D}" destId="{E2FC2DE7-AAFF-48A4-A831-A59F04195D17}" srcOrd="2" destOrd="0" presId="urn:microsoft.com/office/officeart/2018/2/layout/IconVerticalSolidList"/>
    <dgm:cxn modelId="{9383722F-FD31-4E58-9B50-670B3A0C1FC2}" type="presParOf" srcId="{B3A17C41-D2D2-4C84-98FA-E0250191672D}" destId="{0883A6F8-FB18-45F8-8EC2-898F8B3198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949E2B-490B-42D9-A2B6-1754B00970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716529F-81B2-44A8-A044-5262EC363D22}">
      <dgm:prSet/>
      <dgm:spPr/>
      <dgm:t>
        <a:bodyPr/>
        <a:lstStyle/>
        <a:p>
          <a:r>
            <a:rPr lang="en-US"/>
            <a:t>Capacitores de acoplamiento: permiten pasar señal AC.</a:t>
          </a:r>
        </a:p>
      </dgm:t>
    </dgm:pt>
    <dgm:pt modelId="{D4BAC4CC-6A7C-4F5F-9AEA-4223AE55412F}" type="parTrans" cxnId="{39E6E7D9-94D0-46ED-A205-F640F97321A8}">
      <dgm:prSet/>
      <dgm:spPr/>
      <dgm:t>
        <a:bodyPr/>
        <a:lstStyle/>
        <a:p>
          <a:endParaRPr lang="en-US"/>
        </a:p>
      </dgm:t>
    </dgm:pt>
    <dgm:pt modelId="{3A3F6C95-6CE2-4BBD-A188-5A94784022AB}" type="sibTrans" cxnId="{39E6E7D9-94D0-46ED-A205-F640F97321A8}">
      <dgm:prSet/>
      <dgm:spPr/>
      <dgm:t>
        <a:bodyPr/>
        <a:lstStyle/>
        <a:p>
          <a:endParaRPr lang="en-US"/>
        </a:p>
      </dgm:t>
    </dgm:pt>
    <dgm:pt modelId="{6EA0AB8B-AAF1-497B-A2CA-E7D8BC4425C2}">
      <dgm:prSet/>
      <dgm:spPr/>
      <dgm:t>
        <a:bodyPr/>
        <a:lstStyle/>
        <a:p>
          <a:r>
            <a:rPr lang="en-US"/>
            <a:t>Bloquean componente DC entre etapas.</a:t>
          </a:r>
        </a:p>
      </dgm:t>
    </dgm:pt>
    <dgm:pt modelId="{9C1CD220-3E05-4A33-AC87-8165105D5F6C}" type="parTrans" cxnId="{740681AD-8F0B-4BB9-9D6B-BB784253D2E3}">
      <dgm:prSet/>
      <dgm:spPr/>
      <dgm:t>
        <a:bodyPr/>
        <a:lstStyle/>
        <a:p>
          <a:endParaRPr lang="en-US"/>
        </a:p>
      </dgm:t>
    </dgm:pt>
    <dgm:pt modelId="{A41BFEC9-1A30-4A6B-98F9-3B459BD0ED1B}" type="sibTrans" cxnId="{740681AD-8F0B-4BB9-9D6B-BB784253D2E3}">
      <dgm:prSet/>
      <dgm:spPr/>
      <dgm:t>
        <a:bodyPr/>
        <a:lstStyle/>
        <a:p>
          <a:endParaRPr lang="en-US"/>
        </a:p>
      </dgm:t>
    </dgm:pt>
    <dgm:pt modelId="{D420598A-C9F1-4DED-8A7A-E26B6C790BE7}">
      <dgm:prSet/>
      <dgm:spPr/>
      <dgm:t>
        <a:bodyPr/>
        <a:lstStyle/>
        <a:p>
          <a:r>
            <a:rPr lang="en-US"/>
            <a:t>Capacitores de bypass: aumentan la ganancia.</a:t>
          </a:r>
        </a:p>
      </dgm:t>
    </dgm:pt>
    <dgm:pt modelId="{D1B68BB8-C657-46C1-A44C-9F07FC3FD068}" type="parTrans" cxnId="{72C803F0-360D-4465-9416-608F56B0991E}">
      <dgm:prSet/>
      <dgm:spPr/>
      <dgm:t>
        <a:bodyPr/>
        <a:lstStyle/>
        <a:p>
          <a:endParaRPr lang="en-US"/>
        </a:p>
      </dgm:t>
    </dgm:pt>
    <dgm:pt modelId="{FA14B9E0-D3FA-4FDC-9844-A234832CDDF1}" type="sibTrans" cxnId="{72C803F0-360D-4465-9416-608F56B0991E}">
      <dgm:prSet/>
      <dgm:spPr/>
      <dgm:t>
        <a:bodyPr/>
        <a:lstStyle/>
        <a:p>
          <a:endParaRPr lang="en-US"/>
        </a:p>
      </dgm:t>
    </dgm:pt>
    <dgm:pt modelId="{E4FE39D7-189B-4760-B0E0-40F97D1782DC}" type="pres">
      <dgm:prSet presAssocID="{47949E2B-490B-42D9-A2B6-1754B00970C0}" presName="root" presStyleCnt="0">
        <dgm:presLayoutVars>
          <dgm:dir/>
          <dgm:resizeHandles val="exact"/>
        </dgm:presLayoutVars>
      </dgm:prSet>
      <dgm:spPr/>
    </dgm:pt>
    <dgm:pt modelId="{E6AAE4AB-266D-4157-A321-3FEB5CF14344}" type="pres">
      <dgm:prSet presAssocID="{2716529F-81B2-44A8-A044-5262EC363D22}" presName="compNode" presStyleCnt="0"/>
      <dgm:spPr/>
    </dgm:pt>
    <dgm:pt modelId="{39210369-0FA4-4519-B5F1-8219170F43F9}" type="pres">
      <dgm:prSet presAssocID="{2716529F-81B2-44A8-A044-5262EC363D22}" presName="bgRect" presStyleLbl="bgShp" presStyleIdx="0" presStyleCnt="3"/>
      <dgm:spPr/>
    </dgm:pt>
    <dgm:pt modelId="{5E24FFDC-913A-4E1B-92D6-5A21390D3AC5}" type="pres">
      <dgm:prSet presAssocID="{2716529F-81B2-44A8-A044-5262EC363D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92AF5D24-5D2C-48AD-9F10-4CA89C75140D}" type="pres">
      <dgm:prSet presAssocID="{2716529F-81B2-44A8-A044-5262EC363D22}" presName="spaceRect" presStyleCnt="0"/>
      <dgm:spPr/>
    </dgm:pt>
    <dgm:pt modelId="{1E2B61A5-4670-4EAF-AB96-2872AA915B6F}" type="pres">
      <dgm:prSet presAssocID="{2716529F-81B2-44A8-A044-5262EC363D22}" presName="parTx" presStyleLbl="revTx" presStyleIdx="0" presStyleCnt="3">
        <dgm:presLayoutVars>
          <dgm:chMax val="0"/>
          <dgm:chPref val="0"/>
        </dgm:presLayoutVars>
      </dgm:prSet>
      <dgm:spPr/>
    </dgm:pt>
    <dgm:pt modelId="{BDC3E0B8-C7F9-4984-BEE8-6CC6F5C348EB}" type="pres">
      <dgm:prSet presAssocID="{3A3F6C95-6CE2-4BBD-A188-5A94784022AB}" presName="sibTrans" presStyleCnt="0"/>
      <dgm:spPr/>
    </dgm:pt>
    <dgm:pt modelId="{AC0574DF-EFC8-461F-AE02-CAE6B31B799B}" type="pres">
      <dgm:prSet presAssocID="{6EA0AB8B-AAF1-497B-A2CA-E7D8BC4425C2}" presName="compNode" presStyleCnt="0"/>
      <dgm:spPr/>
    </dgm:pt>
    <dgm:pt modelId="{D8D93613-4492-4FAA-85ED-1E279A1F46CB}" type="pres">
      <dgm:prSet presAssocID="{6EA0AB8B-AAF1-497B-A2CA-E7D8BC4425C2}" presName="bgRect" presStyleLbl="bgShp" presStyleIdx="1" presStyleCnt="3"/>
      <dgm:spPr/>
    </dgm:pt>
    <dgm:pt modelId="{084C0433-D658-4246-BA87-FB513CEECCF8}" type="pres">
      <dgm:prSet presAssocID="{6EA0AB8B-AAF1-497B-A2CA-E7D8BC4425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6525E20-9DCE-4CFE-8594-42D2812C7EF6}" type="pres">
      <dgm:prSet presAssocID="{6EA0AB8B-AAF1-497B-A2CA-E7D8BC4425C2}" presName="spaceRect" presStyleCnt="0"/>
      <dgm:spPr/>
    </dgm:pt>
    <dgm:pt modelId="{F7869105-0ED9-412C-A015-6FC092B94CDF}" type="pres">
      <dgm:prSet presAssocID="{6EA0AB8B-AAF1-497B-A2CA-E7D8BC4425C2}" presName="parTx" presStyleLbl="revTx" presStyleIdx="1" presStyleCnt="3">
        <dgm:presLayoutVars>
          <dgm:chMax val="0"/>
          <dgm:chPref val="0"/>
        </dgm:presLayoutVars>
      </dgm:prSet>
      <dgm:spPr/>
    </dgm:pt>
    <dgm:pt modelId="{AD7239FF-9ED2-4586-96DD-46D3EDDB6A6E}" type="pres">
      <dgm:prSet presAssocID="{A41BFEC9-1A30-4A6B-98F9-3B459BD0ED1B}" presName="sibTrans" presStyleCnt="0"/>
      <dgm:spPr/>
    </dgm:pt>
    <dgm:pt modelId="{36006199-06C2-40EE-8CCE-AEB1D41FE010}" type="pres">
      <dgm:prSet presAssocID="{D420598A-C9F1-4DED-8A7A-E26B6C790BE7}" presName="compNode" presStyleCnt="0"/>
      <dgm:spPr/>
    </dgm:pt>
    <dgm:pt modelId="{D0543F9D-7D8B-430A-84DF-E5B7B53C2C51}" type="pres">
      <dgm:prSet presAssocID="{D420598A-C9F1-4DED-8A7A-E26B6C790BE7}" presName="bgRect" presStyleLbl="bgShp" presStyleIdx="2" presStyleCnt="3"/>
      <dgm:spPr/>
    </dgm:pt>
    <dgm:pt modelId="{ADBA967C-D8BE-444E-92ED-755A0C4FDE4A}" type="pres">
      <dgm:prSet presAssocID="{D420598A-C9F1-4DED-8A7A-E26B6C790B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8BB70F6D-95DF-4BBB-B3C5-E5B073CD2414}" type="pres">
      <dgm:prSet presAssocID="{D420598A-C9F1-4DED-8A7A-E26B6C790BE7}" presName="spaceRect" presStyleCnt="0"/>
      <dgm:spPr/>
    </dgm:pt>
    <dgm:pt modelId="{9693885B-CAFC-4DE0-A1C8-650FDAB881BA}" type="pres">
      <dgm:prSet presAssocID="{D420598A-C9F1-4DED-8A7A-E26B6C790BE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C4C531B-30FE-41E5-837B-B5EB3BD2CD96}" type="presOf" srcId="{47949E2B-490B-42D9-A2B6-1754B00970C0}" destId="{E4FE39D7-189B-4760-B0E0-40F97D1782DC}" srcOrd="0" destOrd="0" presId="urn:microsoft.com/office/officeart/2018/2/layout/IconVerticalSolidList"/>
    <dgm:cxn modelId="{A921CA80-D7E9-4CB2-A7A0-6101B4CECB28}" type="presOf" srcId="{2716529F-81B2-44A8-A044-5262EC363D22}" destId="{1E2B61A5-4670-4EAF-AB96-2872AA915B6F}" srcOrd="0" destOrd="0" presId="urn:microsoft.com/office/officeart/2018/2/layout/IconVerticalSolidList"/>
    <dgm:cxn modelId="{740681AD-8F0B-4BB9-9D6B-BB784253D2E3}" srcId="{47949E2B-490B-42D9-A2B6-1754B00970C0}" destId="{6EA0AB8B-AAF1-497B-A2CA-E7D8BC4425C2}" srcOrd="1" destOrd="0" parTransId="{9C1CD220-3E05-4A33-AC87-8165105D5F6C}" sibTransId="{A41BFEC9-1A30-4A6B-98F9-3B459BD0ED1B}"/>
    <dgm:cxn modelId="{F24E8EBA-373F-4CBC-A9BA-08A7EDD944DC}" type="presOf" srcId="{D420598A-C9F1-4DED-8A7A-E26B6C790BE7}" destId="{9693885B-CAFC-4DE0-A1C8-650FDAB881BA}" srcOrd="0" destOrd="0" presId="urn:microsoft.com/office/officeart/2018/2/layout/IconVerticalSolidList"/>
    <dgm:cxn modelId="{39E6E7D9-94D0-46ED-A205-F640F97321A8}" srcId="{47949E2B-490B-42D9-A2B6-1754B00970C0}" destId="{2716529F-81B2-44A8-A044-5262EC363D22}" srcOrd="0" destOrd="0" parTransId="{D4BAC4CC-6A7C-4F5F-9AEA-4223AE55412F}" sibTransId="{3A3F6C95-6CE2-4BBD-A188-5A94784022AB}"/>
    <dgm:cxn modelId="{8A9912DD-4FFB-4436-BF06-8E9CE0A822AF}" type="presOf" srcId="{6EA0AB8B-AAF1-497B-A2CA-E7D8BC4425C2}" destId="{F7869105-0ED9-412C-A015-6FC092B94CDF}" srcOrd="0" destOrd="0" presId="urn:microsoft.com/office/officeart/2018/2/layout/IconVerticalSolidList"/>
    <dgm:cxn modelId="{72C803F0-360D-4465-9416-608F56B0991E}" srcId="{47949E2B-490B-42D9-A2B6-1754B00970C0}" destId="{D420598A-C9F1-4DED-8A7A-E26B6C790BE7}" srcOrd="2" destOrd="0" parTransId="{D1B68BB8-C657-46C1-A44C-9F07FC3FD068}" sibTransId="{FA14B9E0-D3FA-4FDC-9844-A234832CDDF1}"/>
    <dgm:cxn modelId="{6225A418-1233-4854-9C43-596AB2443DB1}" type="presParOf" srcId="{E4FE39D7-189B-4760-B0E0-40F97D1782DC}" destId="{E6AAE4AB-266D-4157-A321-3FEB5CF14344}" srcOrd="0" destOrd="0" presId="urn:microsoft.com/office/officeart/2018/2/layout/IconVerticalSolidList"/>
    <dgm:cxn modelId="{8DE67E51-65EF-4F1F-89F1-9412EFEE2602}" type="presParOf" srcId="{E6AAE4AB-266D-4157-A321-3FEB5CF14344}" destId="{39210369-0FA4-4519-B5F1-8219170F43F9}" srcOrd="0" destOrd="0" presId="urn:microsoft.com/office/officeart/2018/2/layout/IconVerticalSolidList"/>
    <dgm:cxn modelId="{8ABC0002-8656-4BD0-93FB-8A4241810008}" type="presParOf" srcId="{E6AAE4AB-266D-4157-A321-3FEB5CF14344}" destId="{5E24FFDC-913A-4E1B-92D6-5A21390D3AC5}" srcOrd="1" destOrd="0" presId="urn:microsoft.com/office/officeart/2018/2/layout/IconVerticalSolidList"/>
    <dgm:cxn modelId="{B2F66B62-4BC9-4403-BBC4-B924896EA169}" type="presParOf" srcId="{E6AAE4AB-266D-4157-A321-3FEB5CF14344}" destId="{92AF5D24-5D2C-48AD-9F10-4CA89C75140D}" srcOrd="2" destOrd="0" presId="urn:microsoft.com/office/officeart/2018/2/layout/IconVerticalSolidList"/>
    <dgm:cxn modelId="{BE32CF12-5519-46D3-81FC-B137BF1C037B}" type="presParOf" srcId="{E6AAE4AB-266D-4157-A321-3FEB5CF14344}" destId="{1E2B61A5-4670-4EAF-AB96-2872AA915B6F}" srcOrd="3" destOrd="0" presId="urn:microsoft.com/office/officeart/2018/2/layout/IconVerticalSolidList"/>
    <dgm:cxn modelId="{470F5315-48E6-47D9-94EB-912AB7BBD378}" type="presParOf" srcId="{E4FE39D7-189B-4760-B0E0-40F97D1782DC}" destId="{BDC3E0B8-C7F9-4984-BEE8-6CC6F5C348EB}" srcOrd="1" destOrd="0" presId="urn:microsoft.com/office/officeart/2018/2/layout/IconVerticalSolidList"/>
    <dgm:cxn modelId="{1D25571C-ABDD-4020-8E29-474928C1BCDA}" type="presParOf" srcId="{E4FE39D7-189B-4760-B0E0-40F97D1782DC}" destId="{AC0574DF-EFC8-461F-AE02-CAE6B31B799B}" srcOrd="2" destOrd="0" presId="urn:microsoft.com/office/officeart/2018/2/layout/IconVerticalSolidList"/>
    <dgm:cxn modelId="{52016D82-8987-48C0-8B28-E03322672CDC}" type="presParOf" srcId="{AC0574DF-EFC8-461F-AE02-CAE6B31B799B}" destId="{D8D93613-4492-4FAA-85ED-1E279A1F46CB}" srcOrd="0" destOrd="0" presId="urn:microsoft.com/office/officeart/2018/2/layout/IconVerticalSolidList"/>
    <dgm:cxn modelId="{7AE38B07-457D-4939-A885-FD7DD6ABED09}" type="presParOf" srcId="{AC0574DF-EFC8-461F-AE02-CAE6B31B799B}" destId="{084C0433-D658-4246-BA87-FB513CEECCF8}" srcOrd="1" destOrd="0" presId="urn:microsoft.com/office/officeart/2018/2/layout/IconVerticalSolidList"/>
    <dgm:cxn modelId="{73B9EF32-C7FD-4FA6-9B23-5099EE24FF02}" type="presParOf" srcId="{AC0574DF-EFC8-461F-AE02-CAE6B31B799B}" destId="{36525E20-9DCE-4CFE-8594-42D2812C7EF6}" srcOrd="2" destOrd="0" presId="urn:microsoft.com/office/officeart/2018/2/layout/IconVerticalSolidList"/>
    <dgm:cxn modelId="{A09D08E1-F560-4656-8BD7-B267FDB6097B}" type="presParOf" srcId="{AC0574DF-EFC8-461F-AE02-CAE6B31B799B}" destId="{F7869105-0ED9-412C-A015-6FC092B94CDF}" srcOrd="3" destOrd="0" presId="urn:microsoft.com/office/officeart/2018/2/layout/IconVerticalSolidList"/>
    <dgm:cxn modelId="{7AAEFFB7-0506-4BD6-9A45-5491E02D6199}" type="presParOf" srcId="{E4FE39D7-189B-4760-B0E0-40F97D1782DC}" destId="{AD7239FF-9ED2-4586-96DD-46D3EDDB6A6E}" srcOrd="3" destOrd="0" presId="urn:microsoft.com/office/officeart/2018/2/layout/IconVerticalSolidList"/>
    <dgm:cxn modelId="{22D945C0-79C7-4BC5-8D1C-49B5BE718C9D}" type="presParOf" srcId="{E4FE39D7-189B-4760-B0E0-40F97D1782DC}" destId="{36006199-06C2-40EE-8CCE-AEB1D41FE010}" srcOrd="4" destOrd="0" presId="urn:microsoft.com/office/officeart/2018/2/layout/IconVerticalSolidList"/>
    <dgm:cxn modelId="{9173EB44-1341-4F08-9344-28A03A00C7B5}" type="presParOf" srcId="{36006199-06C2-40EE-8CCE-AEB1D41FE010}" destId="{D0543F9D-7D8B-430A-84DF-E5B7B53C2C51}" srcOrd="0" destOrd="0" presId="urn:microsoft.com/office/officeart/2018/2/layout/IconVerticalSolidList"/>
    <dgm:cxn modelId="{FD551789-A536-4B59-A931-0CCAA7358B7C}" type="presParOf" srcId="{36006199-06C2-40EE-8CCE-AEB1D41FE010}" destId="{ADBA967C-D8BE-444E-92ED-755A0C4FDE4A}" srcOrd="1" destOrd="0" presId="urn:microsoft.com/office/officeart/2018/2/layout/IconVerticalSolidList"/>
    <dgm:cxn modelId="{FAE6E00F-70A9-4FF8-9D07-CB2ECFEEC9F8}" type="presParOf" srcId="{36006199-06C2-40EE-8CCE-AEB1D41FE010}" destId="{8BB70F6D-95DF-4BBB-B3C5-E5B073CD2414}" srcOrd="2" destOrd="0" presId="urn:microsoft.com/office/officeart/2018/2/layout/IconVerticalSolidList"/>
    <dgm:cxn modelId="{9D1DF790-2FCB-4B20-9045-718D9EAA0509}" type="presParOf" srcId="{36006199-06C2-40EE-8CCE-AEB1D41FE010}" destId="{9693885B-CAFC-4DE0-A1C8-650FDAB881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8E9979-1145-4972-B041-28BC6C332ED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23C977-6363-43BB-83D2-4BAB997AE4A3}">
      <dgm:prSet/>
      <dgm:spPr/>
      <dgm:t>
        <a:bodyPr/>
        <a:lstStyle/>
        <a:p>
          <a:r>
            <a:rPr lang="en-US"/>
            <a:t>Simulación realizada en Multisim.</a:t>
          </a:r>
        </a:p>
      </dgm:t>
    </dgm:pt>
    <dgm:pt modelId="{DFA5D1A0-A016-4D6D-BCC6-88504917B3E7}" type="parTrans" cxnId="{C78C0E64-7606-4618-9518-7ABB99CE1D56}">
      <dgm:prSet/>
      <dgm:spPr/>
      <dgm:t>
        <a:bodyPr/>
        <a:lstStyle/>
        <a:p>
          <a:endParaRPr lang="en-US"/>
        </a:p>
      </dgm:t>
    </dgm:pt>
    <dgm:pt modelId="{E2D33F08-EEA5-4E36-A5C1-E625BBF041FE}" type="sibTrans" cxnId="{C78C0E64-7606-4618-9518-7ABB99CE1D56}">
      <dgm:prSet/>
      <dgm:spPr/>
      <dgm:t>
        <a:bodyPr/>
        <a:lstStyle/>
        <a:p>
          <a:endParaRPr lang="en-US"/>
        </a:p>
      </dgm:t>
    </dgm:pt>
    <dgm:pt modelId="{5BFDF270-AB48-4A15-946C-A75834E4CC5B}">
      <dgm:prSet/>
      <dgm:spPr/>
      <dgm:t>
        <a:bodyPr/>
        <a:lstStyle/>
        <a:p>
          <a:r>
            <a:rPr lang="en-US"/>
            <a:t>Diseño de PCB en Proteus.</a:t>
          </a:r>
        </a:p>
      </dgm:t>
    </dgm:pt>
    <dgm:pt modelId="{78A260BB-F37C-4693-90B3-67985840268F}" type="parTrans" cxnId="{403EF310-4C18-41AE-A191-CFEEB4EEA71C}">
      <dgm:prSet/>
      <dgm:spPr/>
      <dgm:t>
        <a:bodyPr/>
        <a:lstStyle/>
        <a:p>
          <a:endParaRPr lang="en-US"/>
        </a:p>
      </dgm:t>
    </dgm:pt>
    <dgm:pt modelId="{BFAC2E07-5F61-43C0-B390-EEA5EE1690BE}" type="sibTrans" cxnId="{403EF310-4C18-41AE-A191-CFEEB4EEA71C}">
      <dgm:prSet/>
      <dgm:spPr/>
      <dgm:t>
        <a:bodyPr/>
        <a:lstStyle/>
        <a:p>
          <a:endParaRPr lang="en-US"/>
        </a:p>
      </dgm:t>
    </dgm:pt>
    <dgm:pt modelId="{638FC5A3-36D0-4D23-A0AC-609A30922013}">
      <dgm:prSet/>
      <dgm:spPr/>
      <dgm:t>
        <a:bodyPr/>
        <a:lstStyle/>
        <a:p>
          <a:r>
            <a:rPr lang="en-US"/>
            <a:t>Fabricación mediante transferencia térmica.</a:t>
          </a:r>
        </a:p>
      </dgm:t>
    </dgm:pt>
    <dgm:pt modelId="{8B855D39-BBAF-422C-A314-2ADBAB077D04}" type="parTrans" cxnId="{59EC55B6-1CD6-4681-8C35-69A324374016}">
      <dgm:prSet/>
      <dgm:spPr/>
      <dgm:t>
        <a:bodyPr/>
        <a:lstStyle/>
        <a:p>
          <a:endParaRPr lang="en-US"/>
        </a:p>
      </dgm:t>
    </dgm:pt>
    <dgm:pt modelId="{FACC6DB6-A643-403D-8BC0-2BA14EB6D73F}" type="sibTrans" cxnId="{59EC55B6-1CD6-4681-8C35-69A324374016}">
      <dgm:prSet/>
      <dgm:spPr/>
      <dgm:t>
        <a:bodyPr/>
        <a:lstStyle/>
        <a:p>
          <a:endParaRPr lang="en-US"/>
        </a:p>
      </dgm:t>
    </dgm:pt>
    <dgm:pt modelId="{A26260B2-160D-4628-9910-2C9033D24EE7}">
      <dgm:prSet/>
      <dgm:spPr/>
      <dgm:t>
        <a:bodyPr/>
        <a:lstStyle/>
        <a:p>
          <a:r>
            <a:rPr lang="en-US"/>
            <a:t>Montaje final sobre placa de cobre.</a:t>
          </a:r>
        </a:p>
      </dgm:t>
    </dgm:pt>
    <dgm:pt modelId="{95FE0F29-7EE8-4608-A339-36419A7623C8}" type="parTrans" cxnId="{BA9D1E3D-D7B1-4E9C-888B-3F2E20EEFF05}">
      <dgm:prSet/>
      <dgm:spPr/>
      <dgm:t>
        <a:bodyPr/>
        <a:lstStyle/>
        <a:p>
          <a:endParaRPr lang="en-US"/>
        </a:p>
      </dgm:t>
    </dgm:pt>
    <dgm:pt modelId="{EB1E14C7-878D-4A5F-9B69-DB66D0B653E1}" type="sibTrans" cxnId="{BA9D1E3D-D7B1-4E9C-888B-3F2E20EEFF05}">
      <dgm:prSet/>
      <dgm:spPr/>
      <dgm:t>
        <a:bodyPr/>
        <a:lstStyle/>
        <a:p>
          <a:endParaRPr lang="en-US"/>
        </a:p>
      </dgm:t>
    </dgm:pt>
    <dgm:pt modelId="{7F70B7B8-B9EC-418B-88F9-242FFFB6D7D1}" type="pres">
      <dgm:prSet presAssocID="{198E9979-1145-4972-B041-28BC6C332E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135B95-8657-471A-8833-5DD167FD6A4F}" type="pres">
      <dgm:prSet presAssocID="{8323C977-6363-43BB-83D2-4BAB997AE4A3}" presName="hierRoot1" presStyleCnt="0"/>
      <dgm:spPr/>
    </dgm:pt>
    <dgm:pt modelId="{F2C6C82D-41E5-4194-AEB9-28BD8988E026}" type="pres">
      <dgm:prSet presAssocID="{8323C977-6363-43BB-83D2-4BAB997AE4A3}" presName="composite" presStyleCnt="0"/>
      <dgm:spPr/>
    </dgm:pt>
    <dgm:pt modelId="{927275CC-5863-4A3F-B9E6-A7A05A8FB109}" type="pres">
      <dgm:prSet presAssocID="{8323C977-6363-43BB-83D2-4BAB997AE4A3}" presName="background" presStyleLbl="node0" presStyleIdx="0" presStyleCnt="4"/>
      <dgm:spPr/>
    </dgm:pt>
    <dgm:pt modelId="{AE0135F1-F221-46BF-B679-562A9C685F90}" type="pres">
      <dgm:prSet presAssocID="{8323C977-6363-43BB-83D2-4BAB997AE4A3}" presName="text" presStyleLbl="fgAcc0" presStyleIdx="0" presStyleCnt="4">
        <dgm:presLayoutVars>
          <dgm:chPref val="3"/>
        </dgm:presLayoutVars>
      </dgm:prSet>
      <dgm:spPr/>
    </dgm:pt>
    <dgm:pt modelId="{705373D7-5369-497F-8DB0-21FB7AAD94D2}" type="pres">
      <dgm:prSet presAssocID="{8323C977-6363-43BB-83D2-4BAB997AE4A3}" presName="hierChild2" presStyleCnt="0"/>
      <dgm:spPr/>
    </dgm:pt>
    <dgm:pt modelId="{393C5619-CB8D-446D-811D-805474B132C5}" type="pres">
      <dgm:prSet presAssocID="{5BFDF270-AB48-4A15-946C-A75834E4CC5B}" presName="hierRoot1" presStyleCnt="0"/>
      <dgm:spPr/>
    </dgm:pt>
    <dgm:pt modelId="{EC7B28D7-DC7D-4610-8C27-1E997FA2547F}" type="pres">
      <dgm:prSet presAssocID="{5BFDF270-AB48-4A15-946C-A75834E4CC5B}" presName="composite" presStyleCnt="0"/>
      <dgm:spPr/>
    </dgm:pt>
    <dgm:pt modelId="{5BE44C02-0252-41CF-9CB8-3E33DAD6E0B2}" type="pres">
      <dgm:prSet presAssocID="{5BFDF270-AB48-4A15-946C-A75834E4CC5B}" presName="background" presStyleLbl="node0" presStyleIdx="1" presStyleCnt="4"/>
      <dgm:spPr/>
    </dgm:pt>
    <dgm:pt modelId="{5674DCEA-AD06-484C-AD00-9F1002EC5C80}" type="pres">
      <dgm:prSet presAssocID="{5BFDF270-AB48-4A15-946C-A75834E4CC5B}" presName="text" presStyleLbl="fgAcc0" presStyleIdx="1" presStyleCnt="4">
        <dgm:presLayoutVars>
          <dgm:chPref val="3"/>
        </dgm:presLayoutVars>
      </dgm:prSet>
      <dgm:spPr/>
    </dgm:pt>
    <dgm:pt modelId="{0F216531-67F7-4394-8B28-9D7D9E5A0E0D}" type="pres">
      <dgm:prSet presAssocID="{5BFDF270-AB48-4A15-946C-A75834E4CC5B}" presName="hierChild2" presStyleCnt="0"/>
      <dgm:spPr/>
    </dgm:pt>
    <dgm:pt modelId="{CE6A037E-C9BF-4CE4-BA4E-A78C56203951}" type="pres">
      <dgm:prSet presAssocID="{638FC5A3-36D0-4D23-A0AC-609A30922013}" presName="hierRoot1" presStyleCnt="0"/>
      <dgm:spPr/>
    </dgm:pt>
    <dgm:pt modelId="{62E8532F-2BD4-4EE8-ADD4-6A71D5796D2A}" type="pres">
      <dgm:prSet presAssocID="{638FC5A3-36D0-4D23-A0AC-609A30922013}" presName="composite" presStyleCnt="0"/>
      <dgm:spPr/>
    </dgm:pt>
    <dgm:pt modelId="{D70F72C4-74F5-4489-B6AC-77320F99B4B2}" type="pres">
      <dgm:prSet presAssocID="{638FC5A3-36D0-4D23-A0AC-609A30922013}" presName="background" presStyleLbl="node0" presStyleIdx="2" presStyleCnt="4"/>
      <dgm:spPr/>
    </dgm:pt>
    <dgm:pt modelId="{1CC73037-ACFF-4B88-BC4F-EFF5474A021C}" type="pres">
      <dgm:prSet presAssocID="{638FC5A3-36D0-4D23-A0AC-609A30922013}" presName="text" presStyleLbl="fgAcc0" presStyleIdx="2" presStyleCnt="4">
        <dgm:presLayoutVars>
          <dgm:chPref val="3"/>
        </dgm:presLayoutVars>
      </dgm:prSet>
      <dgm:spPr/>
    </dgm:pt>
    <dgm:pt modelId="{80207736-69CA-47B7-BEBE-632C5ADF4BF3}" type="pres">
      <dgm:prSet presAssocID="{638FC5A3-36D0-4D23-A0AC-609A30922013}" presName="hierChild2" presStyleCnt="0"/>
      <dgm:spPr/>
    </dgm:pt>
    <dgm:pt modelId="{740D8C00-6733-4486-ABAB-529E7A6080FD}" type="pres">
      <dgm:prSet presAssocID="{A26260B2-160D-4628-9910-2C9033D24EE7}" presName="hierRoot1" presStyleCnt="0"/>
      <dgm:spPr/>
    </dgm:pt>
    <dgm:pt modelId="{4CBCAE86-9F98-487A-B731-6C204EB77F2A}" type="pres">
      <dgm:prSet presAssocID="{A26260B2-160D-4628-9910-2C9033D24EE7}" presName="composite" presStyleCnt="0"/>
      <dgm:spPr/>
    </dgm:pt>
    <dgm:pt modelId="{171C179F-CF65-4857-A7DC-86C3DD4D3AF7}" type="pres">
      <dgm:prSet presAssocID="{A26260B2-160D-4628-9910-2C9033D24EE7}" presName="background" presStyleLbl="node0" presStyleIdx="3" presStyleCnt="4"/>
      <dgm:spPr/>
    </dgm:pt>
    <dgm:pt modelId="{680AEED0-8AC4-43D6-A4BC-D9C5B651ADE8}" type="pres">
      <dgm:prSet presAssocID="{A26260B2-160D-4628-9910-2C9033D24EE7}" presName="text" presStyleLbl="fgAcc0" presStyleIdx="3" presStyleCnt="4">
        <dgm:presLayoutVars>
          <dgm:chPref val="3"/>
        </dgm:presLayoutVars>
      </dgm:prSet>
      <dgm:spPr/>
    </dgm:pt>
    <dgm:pt modelId="{ADDB442E-AA08-48EE-9539-D601A3E3E592}" type="pres">
      <dgm:prSet presAssocID="{A26260B2-160D-4628-9910-2C9033D24EE7}" presName="hierChild2" presStyleCnt="0"/>
      <dgm:spPr/>
    </dgm:pt>
  </dgm:ptLst>
  <dgm:cxnLst>
    <dgm:cxn modelId="{307CF20D-5D0D-4CB7-BEB2-A9D12542409D}" type="presOf" srcId="{5BFDF270-AB48-4A15-946C-A75834E4CC5B}" destId="{5674DCEA-AD06-484C-AD00-9F1002EC5C80}" srcOrd="0" destOrd="0" presId="urn:microsoft.com/office/officeart/2005/8/layout/hierarchy1"/>
    <dgm:cxn modelId="{403EF310-4C18-41AE-A191-CFEEB4EEA71C}" srcId="{198E9979-1145-4972-B041-28BC6C332ED3}" destId="{5BFDF270-AB48-4A15-946C-A75834E4CC5B}" srcOrd="1" destOrd="0" parTransId="{78A260BB-F37C-4693-90B3-67985840268F}" sibTransId="{BFAC2E07-5F61-43C0-B390-EEA5EE1690BE}"/>
    <dgm:cxn modelId="{BA9D1E3D-D7B1-4E9C-888B-3F2E20EEFF05}" srcId="{198E9979-1145-4972-B041-28BC6C332ED3}" destId="{A26260B2-160D-4628-9910-2C9033D24EE7}" srcOrd="3" destOrd="0" parTransId="{95FE0F29-7EE8-4608-A339-36419A7623C8}" sibTransId="{EB1E14C7-878D-4A5F-9B69-DB66D0B653E1}"/>
    <dgm:cxn modelId="{A674B15B-0002-4848-8D74-F06761526957}" type="presOf" srcId="{638FC5A3-36D0-4D23-A0AC-609A30922013}" destId="{1CC73037-ACFF-4B88-BC4F-EFF5474A021C}" srcOrd="0" destOrd="0" presId="urn:microsoft.com/office/officeart/2005/8/layout/hierarchy1"/>
    <dgm:cxn modelId="{C78C0E64-7606-4618-9518-7ABB99CE1D56}" srcId="{198E9979-1145-4972-B041-28BC6C332ED3}" destId="{8323C977-6363-43BB-83D2-4BAB997AE4A3}" srcOrd="0" destOrd="0" parTransId="{DFA5D1A0-A016-4D6D-BCC6-88504917B3E7}" sibTransId="{E2D33F08-EEA5-4E36-A5C1-E625BBF041FE}"/>
    <dgm:cxn modelId="{D2585244-B012-4037-8FD5-50C6A6967DB8}" type="presOf" srcId="{A26260B2-160D-4628-9910-2C9033D24EE7}" destId="{680AEED0-8AC4-43D6-A4BC-D9C5B651ADE8}" srcOrd="0" destOrd="0" presId="urn:microsoft.com/office/officeart/2005/8/layout/hierarchy1"/>
    <dgm:cxn modelId="{49D2746E-3137-49B2-A66D-3783A0CB3B63}" type="presOf" srcId="{8323C977-6363-43BB-83D2-4BAB997AE4A3}" destId="{AE0135F1-F221-46BF-B679-562A9C685F90}" srcOrd="0" destOrd="0" presId="urn:microsoft.com/office/officeart/2005/8/layout/hierarchy1"/>
    <dgm:cxn modelId="{59EC55B6-1CD6-4681-8C35-69A324374016}" srcId="{198E9979-1145-4972-B041-28BC6C332ED3}" destId="{638FC5A3-36D0-4D23-A0AC-609A30922013}" srcOrd="2" destOrd="0" parTransId="{8B855D39-BBAF-422C-A314-2ADBAB077D04}" sibTransId="{FACC6DB6-A643-403D-8BC0-2BA14EB6D73F}"/>
    <dgm:cxn modelId="{1BD119E2-46FE-41FB-89DC-4C3036F58409}" type="presOf" srcId="{198E9979-1145-4972-B041-28BC6C332ED3}" destId="{7F70B7B8-B9EC-418B-88F9-242FFFB6D7D1}" srcOrd="0" destOrd="0" presId="urn:microsoft.com/office/officeart/2005/8/layout/hierarchy1"/>
    <dgm:cxn modelId="{BB0A6F06-866F-4050-8CCC-61AEE526D3F3}" type="presParOf" srcId="{7F70B7B8-B9EC-418B-88F9-242FFFB6D7D1}" destId="{9C135B95-8657-471A-8833-5DD167FD6A4F}" srcOrd="0" destOrd="0" presId="urn:microsoft.com/office/officeart/2005/8/layout/hierarchy1"/>
    <dgm:cxn modelId="{FE8BC873-FB81-4B79-97BF-FB84EBBED4E4}" type="presParOf" srcId="{9C135B95-8657-471A-8833-5DD167FD6A4F}" destId="{F2C6C82D-41E5-4194-AEB9-28BD8988E026}" srcOrd="0" destOrd="0" presId="urn:microsoft.com/office/officeart/2005/8/layout/hierarchy1"/>
    <dgm:cxn modelId="{CA77A68B-A556-45AA-A35D-48BE62D07D75}" type="presParOf" srcId="{F2C6C82D-41E5-4194-AEB9-28BD8988E026}" destId="{927275CC-5863-4A3F-B9E6-A7A05A8FB109}" srcOrd="0" destOrd="0" presId="urn:microsoft.com/office/officeart/2005/8/layout/hierarchy1"/>
    <dgm:cxn modelId="{516092ED-0715-4F41-AE13-F2DF2896C581}" type="presParOf" srcId="{F2C6C82D-41E5-4194-AEB9-28BD8988E026}" destId="{AE0135F1-F221-46BF-B679-562A9C685F90}" srcOrd="1" destOrd="0" presId="urn:microsoft.com/office/officeart/2005/8/layout/hierarchy1"/>
    <dgm:cxn modelId="{5BD82CB5-2BEE-4962-8330-E66E259BBDBB}" type="presParOf" srcId="{9C135B95-8657-471A-8833-5DD167FD6A4F}" destId="{705373D7-5369-497F-8DB0-21FB7AAD94D2}" srcOrd="1" destOrd="0" presId="urn:microsoft.com/office/officeart/2005/8/layout/hierarchy1"/>
    <dgm:cxn modelId="{842F2D51-C030-4C9C-BDB3-5C0848E1C048}" type="presParOf" srcId="{7F70B7B8-B9EC-418B-88F9-242FFFB6D7D1}" destId="{393C5619-CB8D-446D-811D-805474B132C5}" srcOrd="1" destOrd="0" presId="urn:microsoft.com/office/officeart/2005/8/layout/hierarchy1"/>
    <dgm:cxn modelId="{79310111-F037-4C83-9F08-CA19D4CDF194}" type="presParOf" srcId="{393C5619-CB8D-446D-811D-805474B132C5}" destId="{EC7B28D7-DC7D-4610-8C27-1E997FA2547F}" srcOrd="0" destOrd="0" presId="urn:microsoft.com/office/officeart/2005/8/layout/hierarchy1"/>
    <dgm:cxn modelId="{C1765774-A74A-4ECC-B26F-1999A4C43D89}" type="presParOf" srcId="{EC7B28D7-DC7D-4610-8C27-1E997FA2547F}" destId="{5BE44C02-0252-41CF-9CB8-3E33DAD6E0B2}" srcOrd="0" destOrd="0" presId="urn:microsoft.com/office/officeart/2005/8/layout/hierarchy1"/>
    <dgm:cxn modelId="{D93D88C7-9B12-480D-8402-C7AFF2527BC0}" type="presParOf" srcId="{EC7B28D7-DC7D-4610-8C27-1E997FA2547F}" destId="{5674DCEA-AD06-484C-AD00-9F1002EC5C80}" srcOrd="1" destOrd="0" presId="urn:microsoft.com/office/officeart/2005/8/layout/hierarchy1"/>
    <dgm:cxn modelId="{78083784-3261-4B10-8FC1-9C6AFABED65F}" type="presParOf" srcId="{393C5619-CB8D-446D-811D-805474B132C5}" destId="{0F216531-67F7-4394-8B28-9D7D9E5A0E0D}" srcOrd="1" destOrd="0" presId="urn:microsoft.com/office/officeart/2005/8/layout/hierarchy1"/>
    <dgm:cxn modelId="{B8991DE2-91AD-4EA7-A705-87CE072B08B8}" type="presParOf" srcId="{7F70B7B8-B9EC-418B-88F9-242FFFB6D7D1}" destId="{CE6A037E-C9BF-4CE4-BA4E-A78C56203951}" srcOrd="2" destOrd="0" presId="urn:microsoft.com/office/officeart/2005/8/layout/hierarchy1"/>
    <dgm:cxn modelId="{73EB5546-02A9-4935-8072-F8909441D1B8}" type="presParOf" srcId="{CE6A037E-C9BF-4CE4-BA4E-A78C56203951}" destId="{62E8532F-2BD4-4EE8-ADD4-6A71D5796D2A}" srcOrd="0" destOrd="0" presId="urn:microsoft.com/office/officeart/2005/8/layout/hierarchy1"/>
    <dgm:cxn modelId="{A271866D-68AC-4851-991A-5D2043C67DC2}" type="presParOf" srcId="{62E8532F-2BD4-4EE8-ADD4-6A71D5796D2A}" destId="{D70F72C4-74F5-4489-B6AC-77320F99B4B2}" srcOrd="0" destOrd="0" presId="urn:microsoft.com/office/officeart/2005/8/layout/hierarchy1"/>
    <dgm:cxn modelId="{A1C19874-3320-49D7-B05A-7D64535CD63E}" type="presParOf" srcId="{62E8532F-2BD4-4EE8-ADD4-6A71D5796D2A}" destId="{1CC73037-ACFF-4B88-BC4F-EFF5474A021C}" srcOrd="1" destOrd="0" presId="urn:microsoft.com/office/officeart/2005/8/layout/hierarchy1"/>
    <dgm:cxn modelId="{27F5D439-9FE8-4CFD-8F60-2EFA1E494DA7}" type="presParOf" srcId="{CE6A037E-C9BF-4CE4-BA4E-A78C56203951}" destId="{80207736-69CA-47B7-BEBE-632C5ADF4BF3}" srcOrd="1" destOrd="0" presId="urn:microsoft.com/office/officeart/2005/8/layout/hierarchy1"/>
    <dgm:cxn modelId="{295087B6-2FFE-4550-912C-921372030208}" type="presParOf" srcId="{7F70B7B8-B9EC-418B-88F9-242FFFB6D7D1}" destId="{740D8C00-6733-4486-ABAB-529E7A6080FD}" srcOrd="3" destOrd="0" presId="urn:microsoft.com/office/officeart/2005/8/layout/hierarchy1"/>
    <dgm:cxn modelId="{01E9000F-4DB3-4EC9-A7DC-1AFBBA866704}" type="presParOf" srcId="{740D8C00-6733-4486-ABAB-529E7A6080FD}" destId="{4CBCAE86-9F98-487A-B731-6C204EB77F2A}" srcOrd="0" destOrd="0" presId="urn:microsoft.com/office/officeart/2005/8/layout/hierarchy1"/>
    <dgm:cxn modelId="{8DD50FC4-E57D-4662-9733-B180ED37055F}" type="presParOf" srcId="{4CBCAE86-9F98-487A-B731-6C204EB77F2A}" destId="{171C179F-CF65-4857-A7DC-86C3DD4D3AF7}" srcOrd="0" destOrd="0" presId="urn:microsoft.com/office/officeart/2005/8/layout/hierarchy1"/>
    <dgm:cxn modelId="{2FB23986-881F-413F-B9F1-F02FDEADA558}" type="presParOf" srcId="{4CBCAE86-9F98-487A-B731-6C204EB77F2A}" destId="{680AEED0-8AC4-43D6-A4BC-D9C5B651ADE8}" srcOrd="1" destOrd="0" presId="urn:microsoft.com/office/officeart/2005/8/layout/hierarchy1"/>
    <dgm:cxn modelId="{D2F491A5-FCE3-40C9-A096-C94371DEFDAB}" type="presParOf" srcId="{740D8C00-6733-4486-ABAB-529E7A6080FD}" destId="{ADDB442E-AA08-48EE-9539-D601A3E3E5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5630DD-3BD9-458F-9C63-3023584651C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FB33EFA4-4161-4580-8329-0A64EE25E892}">
      <dgm:prSet/>
      <dgm:spPr/>
      <dgm:t>
        <a:bodyPr/>
        <a:lstStyle/>
        <a:p>
          <a:pPr>
            <a:defRPr cap="all"/>
          </a:pPr>
          <a:r>
            <a:rPr lang="en-US"/>
            <a:t>Se logró diseñar y construir un amplificador multietapa.</a:t>
          </a:r>
        </a:p>
      </dgm:t>
    </dgm:pt>
    <dgm:pt modelId="{D3C8C059-C2A1-4789-B28B-0EC0FE0C730F}" type="parTrans" cxnId="{CAD8CD15-D028-4290-9DFF-4BD10E569232}">
      <dgm:prSet/>
      <dgm:spPr/>
      <dgm:t>
        <a:bodyPr/>
        <a:lstStyle/>
        <a:p>
          <a:endParaRPr lang="en-US"/>
        </a:p>
      </dgm:t>
    </dgm:pt>
    <dgm:pt modelId="{27A83F41-B7C4-4E5A-B30B-46D55921C420}" type="sibTrans" cxnId="{CAD8CD15-D028-4290-9DFF-4BD10E569232}">
      <dgm:prSet/>
      <dgm:spPr/>
      <dgm:t>
        <a:bodyPr/>
        <a:lstStyle/>
        <a:p>
          <a:endParaRPr lang="en-US"/>
        </a:p>
      </dgm:t>
    </dgm:pt>
    <dgm:pt modelId="{E867518F-8CCA-46F1-ADE0-829DF5B4178E}">
      <dgm:prSet/>
      <dgm:spPr/>
      <dgm:t>
        <a:bodyPr/>
        <a:lstStyle/>
        <a:p>
          <a:pPr>
            <a:defRPr cap="all"/>
          </a:pPr>
          <a:r>
            <a:rPr lang="en-US"/>
            <a:t>Las etapas permitieron alcanzar una alta ganancia total.</a:t>
          </a:r>
        </a:p>
      </dgm:t>
    </dgm:pt>
    <dgm:pt modelId="{9DC2B4B6-7F06-4A6F-8C4F-CAE6C886DE79}" type="parTrans" cxnId="{FB843AEC-6AAA-4FFA-AFAF-0D502EE9AEFA}">
      <dgm:prSet/>
      <dgm:spPr/>
      <dgm:t>
        <a:bodyPr/>
        <a:lstStyle/>
        <a:p>
          <a:endParaRPr lang="en-US"/>
        </a:p>
      </dgm:t>
    </dgm:pt>
    <dgm:pt modelId="{2443ACC5-E2B5-4602-AC40-755214923E3D}" type="sibTrans" cxnId="{FB843AEC-6AAA-4FFA-AFAF-0D502EE9AEFA}">
      <dgm:prSet/>
      <dgm:spPr/>
      <dgm:t>
        <a:bodyPr/>
        <a:lstStyle/>
        <a:p>
          <a:endParaRPr lang="en-US"/>
        </a:p>
      </dgm:t>
    </dgm:pt>
    <dgm:pt modelId="{C2C8903E-7AF2-4C69-9CDE-4EE314FC6541}">
      <dgm:prSet/>
      <dgm:spPr/>
      <dgm:t>
        <a:bodyPr/>
        <a:lstStyle/>
        <a:p>
          <a:pPr>
            <a:defRPr cap="all"/>
          </a:pPr>
          <a:r>
            <a:rPr lang="en-US"/>
            <a:t>Se aplicaron conceptos de polarización y análisis en AC y DC.</a:t>
          </a:r>
        </a:p>
      </dgm:t>
    </dgm:pt>
    <dgm:pt modelId="{654F2320-922E-4847-90F4-1FF084886108}" type="parTrans" cxnId="{AB6C8319-7F06-4373-B29C-44F0928C640D}">
      <dgm:prSet/>
      <dgm:spPr/>
      <dgm:t>
        <a:bodyPr/>
        <a:lstStyle/>
        <a:p>
          <a:endParaRPr lang="en-US"/>
        </a:p>
      </dgm:t>
    </dgm:pt>
    <dgm:pt modelId="{FC0DC886-2244-4135-B59E-8644322CEF84}" type="sibTrans" cxnId="{AB6C8319-7F06-4373-B29C-44F0928C640D}">
      <dgm:prSet/>
      <dgm:spPr/>
      <dgm:t>
        <a:bodyPr/>
        <a:lstStyle/>
        <a:p>
          <a:endParaRPr lang="en-US"/>
        </a:p>
      </dgm:t>
    </dgm:pt>
    <dgm:pt modelId="{CA73A71C-6C51-4E86-B5DD-F88095801C24}">
      <dgm:prSet/>
      <dgm:spPr/>
      <dgm:t>
        <a:bodyPr/>
        <a:lstStyle/>
        <a:p>
          <a:pPr>
            <a:defRPr cap="all"/>
          </a:pPr>
          <a:r>
            <a:rPr lang="en-US"/>
            <a:t>El proyecto permitió conectar teoría con práctica.</a:t>
          </a:r>
        </a:p>
      </dgm:t>
    </dgm:pt>
    <dgm:pt modelId="{6F625294-33A7-4052-955D-C9E3426D9AAF}" type="parTrans" cxnId="{8EA56A05-9A5D-41EB-B62B-BDE1715E3DAC}">
      <dgm:prSet/>
      <dgm:spPr/>
      <dgm:t>
        <a:bodyPr/>
        <a:lstStyle/>
        <a:p>
          <a:endParaRPr lang="en-US"/>
        </a:p>
      </dgm:t>
    </dgm:pt>
    <dgm:pt modelId="{18C47731-343F-4CD7-810F-2D2FC0832D7B}" type="sibTrans" cxnId="{8EA56A05-9A5D-41EB-B62B-BDE1715E3DAC}">
      <dgm:prSet/>
      <dgm:spPr/>
      <dgm:t>
        <a:bodyPr/>
        <a:lstStyle/>
        <a:p>
          <a:endParaRPr lang="en-US"/>
        </a:p>
      </dgm:t>
    </dgm:pt>
    <dgm:pt modelId="{803635C3-72F5-4FB8-B47B-A405653D9A1D}" type="pres">
      <dgm:prSet presAssocID="{DC5630DD-3BD9-458F-9C63-3023584651C6}" presName="root" presStyleCnt="0">
        <dgm:presLayoutVars>
          <dgm:dir/>
          <dgm:resizeHandles val="exact"/>
        </dgm:presLayoutVars>
      </dgm:prSet>
      <dgm:spPr/>
    </dgm:pt>
    <dgm:pt modelId="{AA72C7C4-8564-4680-9FEE-48533D4F622C}" type="pres">
      <dgm:prSet presAssocID="{FB33EFA4-4161-4580-8329-0A64EE25E892}" presName="compNode" presStyleCnt="0"/>
      <dgm:spPr/>
    </dgm:pt>
    <dgm:pt modelId="{75856735-7CEE-451F-8150-9CBD616B857D}" type="pres">
      <dgm:prSet presAssocID="{FB33EFA4-4161-4580-8329-0A64EE25E892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40076BD-0995-41A3-803E-2C9E779C194F}" type="pres">
      <dgm:prSet presAssocID="{FB33EFA4-4161-4580-8329-0A64EE25E8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uitarra"/>
        </a:ext>
      </dgm:extLst>
    </dgm:pt>
    <dgm:pt modelId="{8498A20A-D493-4328-B405-BC008892AB2B}" type="pres">
      <dgm:prSet presAssocID="{FB33EFA4-4161-4580-8329-0A64EE25E892}" presName="spaceRect" presStyleCnt="0"/>
      <dgm:spPr/>
    </dgm:pt>
    <dgm:pt modelId="{85E01A2F-9AF9-4953-88FC-D816835F55E7}" type="pres">
      <dgm:prSet presAssocID="{FB33EFA4-4161-4580-8329-0A64EE25E892}" presName="textRect" presStyleLbl="revTx" presStyleIdx="0" presStyleCnt="4">
        <dgm:presLayoutVars>
          <dgm:chMax val="1"/>
          <dgm:chPref val="1"/>
        </dgm:presLayoutVars>
      </dgm:prSet>
      <dgm:spPr/>
    </dgm:pt>
    <dgm:pt modelId="{D197A7F3-D629-47CC-99E8-31E9131650D9}" type="pres">
      <dgm:prSet presAssocID="{27A83F41-B7C4-4E5A-B30B-46D55921C420}" presName="sibTrans" presStyleCnt="0"/>
      <dgm:spPr/>
    </dgm:pt>
    <dgm:pt modelId="{07007F1C-98F7-4939-B42B-9B9648B2A711}" type="pres">
      <dgm:prSet presAssocID="{E867518F-8CCA-46F1-ADE0-829DF5B4178E}" presName="compNode" presStyleCnt="0"/>
      <dgm:spPr/>
    </dgm:pt>
    <dgm:pt modelId="{1572C564-606C-4A92-8214-6F4D42E8F4DF}" type="pres">
      <dgm:prSet presAssocID="{E867518F-8CCA-46F1-ADE0-829DF5B4178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72B827A-20C2-4360-9C53-FF66AEFB2102}" type="pres">
      <dgm:prSet presAssocID="{E867518F-8CCA-46F1-ADE0-829DF5B417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8672E3F-B535-4F05-9E1A-316595E25052}" type="pres">
      <dgm:prSet presAssocID="{E867518F-8CCA-46F1-ADE0-829DF5B4178E}" presName="spaceRect" presStyleCnt="0"/>
      <dgm:spPr/>
    </dgm:pt>
    <dgm:pt modelId="{AB80FB1A-CBD0-49DA-A6E3-5CCB75A8D414}" type="pres">
      <dgm:prSet presAssocID="{E867518F-8CCA-46F1-ADE0-829DF5B4178E}" presName="textRect" presStyleLbl="revTx" presStyleIdx="1" presStyleCnt="4">
        <dgm:presLayoutVars>
          <dgm:chMax val="1"/>
          <dgm:chPref val="1"/>
        </dgm:presLayoutVars>
      </dgm:prSet>
      <dgm:spPr/>
    </dgm:pt>
    <dgm:pt modelId="{A82CC3A0-90CA-492D-94E7-EA9424398B2F}" type="pres">
      <dgm:prSet presAssocID="{2443ACC5-E2B5-4602-AC40-755214923E3D}" presName="sibTrans" presStyleCnt="0"/>
      <dgm:spPr/>
    </dgm:pt>
    <dgm:pt modelId="{AA6947F3-5E08-4317-A8D8-DBB385AA0A15}" type="pres">
      <dgm:prSet presAssocID="{C2C8903E-7AF2-4C69-9CDE-4EE314FC6541}" presName="compNode" presStyleCnt="0"/>
      <dgm:spPr/>
    </dgm:pt>
    <dgm:pt modelId="{F033A74E-5B37-4C4F-9C57-CDF53AF0A185}" type="pres">
      <dgm:prSet presAssocID="{C2C8903E-7AF2-4C69-9CDE-4EE314FC654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778B794-68D4-4F7D-95AD-51EC6D7F1DAF}" type="pres">
      <dgm:prSet presAssocID="{C2C8903E-7AF2-4C69-9CDE-4EE314FC65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AC2FE9B-C805-416B-A45E-C34BC3F04718}" type="pres">
      <dgm:prSet presAssocID="{C2C8903E-7AF2-4C69-9CDE-4EE314FC6541}" presName="spaceRect" presStyleCnt="0"/>
      <dgm:spPr/>
    </dgm:pt>
    <dgm:pt modelId="{37411949-68FD-4138-9EAB-A7E0B3B5368C}" type="pres">
      <dgm:prSet presAssocID="{C2C8903E-7AF2-4C69-9CDE-4EE314FC6541}" presName="textRect" presStyleLbl="revTx" presStyleIdx="2" presStyleCnt="4">
        <dgm:presLayoutVars>
          <dgm:chMax val="1"/>
          <dgm:chPref val="1"/>
        </dgm:presLayoutVars>
      </dgm:prSet>
      <dgm:spPr/>
    </dgm:pt>
    <dgm:pt modelId="{E767DCCE-E3B5-456A-93F1-6EC829A1716A}" type="pres">
      <dgm:prSet presAssocID="{FC0DC886-2244-4135-B59E-8644322CEF84}" presName="sibTrans" presStyleCnt="0"/>
      <dgm:spPr/>
    </dgm:pt>
    <dgm:pt modelId="{4B46B307-7246-44FD-97C9-9883DC73DECD}" type="pres">
      <dgm:prSet presAssocID="{CA73A71C-6C51-4E86-B5DD-F88095801C24}" presName="compNode" presStyleCnt="0"/>
      <dgm:spPr/>
    </dgm:pt>
    <dgm:pt modelId="{8AC969DA-BF29-4938-A244-92BCF627056D}" type="pres">
      <dgm:prSet presAssocID="{CA73A71C-6C51-4E86-B5DD-F88095801C2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67117BE-2F18-47BA-86ED-17D22B6EBC55}" type="pres">
      <dgm:prSet presAssocID="{CA73A71C-6C51-4E86-B5DD-F88095801C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AB780B8C-182A-4EB5-B1E6-F02CE6EE5621}" type="pres">
      <dgm:prSet presAssocID="{CA73A71C-6C51-4E86-B5DD-F88095801C24}" presName="spaceRect" presStyleCnt="0"/>
      <dgm:spPr/>
    </dgm:pt>
    <dgm:pt modelId="{5AA28F4D-33DD-47A2-8C97-1FDC0662D633}" type="pres">
      <dgm:prSet presAssocID="{CA73A71C-6C51-4E86-B5DD-F88095801C2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EA56A05-9A5D-41EB-B62B-BDE1715E3DAC}" srcId="{DC5630DD-3BD9-458F-9C63-3023584651C6}" destId="{CA73A71C-6C51-4E86-B5DD-F88095801C24}" srcOrd="3" destOrd="0" parTransId="{6F625294-33A7-4052-955D-C9E3426D9AAF}" sibTransId="{18C47731-343F-4CD7-810F-2D2FC0832D7B}"/>
    <dgm:cxn modelId="{42963609-EFBD-4B2B-8298-74A9C03B1EBA}" type="presOf" srcId="{DC5630DD-3BD9-458F-9C63-3023584651C6}" destId="{803635C3-72F5-4FB8-B47B-A405653D9A1D}" srcOrd="0" destOrd="0" presId="urn:microsoft.com/office/officeart/2018/5/layout/IconLeafLabelList"/>
    <dgm:cxn modelId="{CAD8CD15-D028-4290-9DFF-4BD10E569232}" srcId="{DC5630DD-3BD9-458F-9C63-3023584651C6}" destId="{FB33EFA4-4161-4580-8329-0A64EE25E892}" srcOrd="0" destOrd="0" parTransId="{D3C8C059-C2A1-4789-B28B-0EC0FE0C730F}" sibTransId="{27A83F41-B7C4-4E5A-B30B-46D55921C420}"/>
    <dgm:cxn modelId="{AB6C8319-7F06-4373-B29C-44F0928C640D}" srcId="{DC5630DD-3BD9-458F-9C63-3023584651C6}" destId="{C2C8903E-7AF2-4C69-9CDE-4EE314FC6541}" srcOrd="2" destOrd="0" parTransId="{654F2320-922E-4847-90F4-1FF084886108}" sibTransId="{FC0DC886-2244-4135-B59E-8644322CEF84}"/>
    <dgm:cxn modelId="{07739D43-F645-4DB0-88CA-71055835664D}" type="presOf" srcId="{E867518F-8CCA-46F1-ADE0-829DF5B4178E}" destId="{AB80FB1A-CBD0-49DA-A6E3-5CCB75A8D414}" srcOrd="0" destOrd="0" presId="urn:microsoft.com/office/officeart/2018/5/layout/IconLeafLabelList"/>
    <dgm:cxn modelId="{11C531BD-2E2B-4B31-B4A4-CD15DAC1EAB4}" type="presOf" srcId="{FB33EFA4-4161-4580-8329-0A64EE25E892}" destId="{85E01A2F-9AF9-4953-88FC-D816835F55E7}" srcOrd="0" destOrd="0" presId="urn:microsoft.com/office/officeart/2018/5/layout/IconLeafLabelList"/>
    <dgm:cxn modelId="{44A093CD-B447-4A62-8DB5-ECFE2890B6C6}" type="presOf" srcId="{C2C8903E-7AF2-4C69-9CDE-4EE314FC6541}" destId="{37411949-68FD-4138-9EAB-A7E0B3B5368C}" srcOrd="0" destOrd="0" presId="urn:microsoft.com/office/officeart/2018/5/layout/IconLeafLabelList"/>
    <dgm:cxn modelId="{4279CBDF-0DF0-4D3C-88FE-E70C99DB62DE}" type="presOf" srcId="{CA73A71C-6C51-4E86-B5DD-F88095801C24}" destId="{5AA28F4D-33DD-47A2-8C97-1FDC0662D633}" srcOrd="0" destOrd="0" presId="urn:microsoft.com/office/officeart/2018/5/layout/IconLeafLabelList"/>
    <dgm:cxn modelId="{FB843AEC-6AAA-4FFA-AFAF-0D502EE9AEFA}" srcId="{DC5630DD-3BD9-458F-9C63-3023584651C6}" destId="{E867518F-8CCA-46F1-ADE0-829DF5B4178E}" srcOrd="1" destOrd="0" parTransId="{9DC2B4B6-7F06-4A6F-8C4F-CAE6C886DE79}" sibTransId="{2443ACC5-E2B5-4602-AC40-755214923E3D}"/>
    <dgm:cxn modelId="{F376CF61-C4AB-4B62-A2AC-1B42E86D56A9}" type="presParOf" srcId="{803635C3-72F5-4FB8-B47B-A405653D9A1D}" destId="{AA72C7C4-8564-4680-9FEE-48533D4F622C}" srcOrd="0" destOrd="0" presId="urn:microsoft.com/office/officeart/2018/5/layout/IconLeafLabelList"/>
    <dgm:cxn modelId="{DD4A06DB-0847-4407-A459-66EDA13EEA92}" type="presParOf" srcId="{AA72C7C4-8564-4680-9FEE-48533D4F622C}" destId="{75856735-7CEE-451F-8150-9CBD616B857D}" srcOrd="0" destOrd="0" presId="urn:microsoft.com/office/officeart/2018/5/layout/IconLeafLabelList"/>
    <dgm:cxn modelId="{3F499320-D329-4D24-B308-F4464FED5C50}" type="presParOf" srcId="{AA72C7C4-8564-4680-9FEE-48533D4F622C}" destId="{C40076BD-0995-41A3-803E-2C9E779C194F}" srcOrd="1" destOrd="0" presId="urn:microsoft.com/office/officeart/2018/5/layout/IconLeafLabelList"/>
    <dgm:cxn modelId="{F0D93818-512F-4C0A-93F0-AF4DAE9AEDD4}" type="presParOf" srcId="{AA72C7C4-8564-4680-9FEE-48533D4F622C}" destId="{8498A20A-D493-4328-B405-BC008892AB2B}" srcOrd="2" destOrd="0" presId="urn:microsoft.com/office/officeart/2018/5/layout/IconLeafLabelList"/>
    <dgm:cxn modelId="{BF752A72-5340-49F9-AD67-B97F7F036028}" type="presParOf" srcId="{AA72C7C4-8564-4680-9FEE-48533D4F622C}" destId="{85E01A2F-9AF9-4953-88FC-D816835F55E7}" srcOrd="3" destOrd="0" presId="urn:microsoft.com/office/officeart/2018/5/layout/IconLeafLabelList"/>
    <dgm:cxn modelId="{45024C06-B664-4D0E-8AE9-A0D33047C9CE}" type="presParOf" srcId="{803635C3-72F5-4FB8-B47B-A405653D9A1D}" destId="{D197A7F3-D629-47CC-99E8-31E9131650D9}" srcOrd="1" destOrd="0" presId="urn:microsoft.com/office/officeart/2018/5/layout/IconLeafLabelList"/>
    <dgm:cxn modelId="{4B14CEC1-4CA6-4167-B69F-3C7EBD527102}" type="presParOf" srcId="{803635C3-72F5-4FB8-B47B-A405653D9A1D}" destId="{07007F1C-98F7-4939-B42B-9B9648B2A711}" srcOrd="2" destOrd="0" presId="urn:microsoft.com/office/officeart/2018/5/layout/IconLeafLabelList"/>
    <dgm:cxn modelId="{DF831DB9-A0BD-4A55-9037-E359AEFF7B75}" type="presParOf" srcId="{07007F1C-98F7-4939-B42B-9B9648B2A711}" destId="{1572C564-606C-4A92-8214-6F4D42E8F4DF}" srcOrd="0" destOrd="0" presId="urn:microsoft.com/office/officeart/2018/5/layout/IconLeafLabelList"/>
    <dgm:cxn modelId="{4F93A17D-1774-4480-991B-2A899C503953}" type="presParOf" srcId="{07007F1C-98F7-4939-B42B-9B9648B2A711}" destId="{172B827A-20C2-4360-9C53-FF66AEFB2102}" srcOrd="1" destOrd="0" presId="urn:microsoft.com/office/officeart/2018/5/layout/IconLeafLabelList"/>
    <dgm:cxn modelId="{4FF9849F-CF2E-4B60-B279-7F2755C06425}" type="presParOf" srcId="{07007F1C-98F7-4939-B42B-9B9648B2A711}" destId="{38672E3F-B535-4F05-9E1A-316595E25052}" srcOrd="2" destOrd="0" presId="urn:microsoft.com/office/officeart/2018/5/layout/IconLeafLabelList"/>
    <dgm:cxn modelId="{629C6ACE-71E4-4C6A-85EA-23CDA0CA6CA4}" type="presParOf" srcId="{07007F1C-98F7-4939-B42B-9B9648B2A711}" destId="{AB80FB1A-CBD0-49DA-A6E3-5CCB75A8D414}" srcOrd="3" destOrd="0" presId="urn:microsoft.com/office/officeart/2018/5/layout/IconLeafLabelList"/>
    <dgm:cxn modelId="{55DC63F4-A729-41B5-87E1-E4CD7C6FAAB0}" type="presParOf" srcId="{803635C3-72F5-4FB8-B47B-A405653D9A1D}" destId="{A82CC3A0-90CA-492D-94E7-EA9424398B2F}" srcOrd="3" destOrd="0" presId="urn:microsoft.com/office/officeart/2018/5/layout/IconLeafLabelList"/>
    <dgm:cxn modelId="{B286DAE4-8422-498A-A27C-9C6063E30CDE}" type="presParOf" srcId="{803635C3-72F5-4FB8-B47B-A405653D9A1D}" destId="{AA6947F3-5E08-4317-A8D8-DBB385AA0A15}" srcOrd="4" destOrd="0" presId="urn:microsoft.com/office/officeart/2018/5/layout/IconLeafLabelList"/>
    <dgm:cxn modelId="{15A0B000-720F-46F0-B9D7-0EE6AFA3D24B}" type="presParOf" srcId="{AA6947F3-5E08-4317-A8D8-DBB385AA0A15}" destId="{F033A74E-5B37-4C4F-9C57-CDF53AF0A185}" srcOrd="0" destOrd="0" presId="urn:microsoft.com/office/officeart/2018/5/layout/IconLeafLabelList"/>
    <dgm:cxn modelId="{614070DB-BC62-4371-853E-7266BFB48980}" type="presParOf" srcId="{AA6947F3-5E08-4317-A8D8-DBB385AA0A15}" destId="{1778B794-68D4-4F7D-95AD-51EC6D7F1DAF}" srcOrd="1" destOrd="0" presId="urn:microsoft.com/office/officeart/2018/5/layout/IconLeafLabelList"/>
    <dgm:cxn modelId="{7535E797-7949-41D7-BB35-9F82B059DF4B}" type="presParOf" srcId="{AA6947F3-5E08-4317-A8D8-DBB385AA0A15}" destId="{9AC2FE9B-C805-416B-A45E-C34BC3F04718}" srcOrd="2" destOrd="0" presId="urn:microsoft.com/office/officeart/2018/5/layout/IconLeafLabelList"/>
    <dgm:cxn modelId="{F685F082-B2A3-456A-BF0A-290DBE5F198E}" type="presParOf" srcId="{AA6947F3-5E08-4317-A8D8-DBB385AA0A15}" destId="{37411949-68FD-4138-9EAB-A7E0B3B5368C}" srcOrd="3" destOrd="0" presId="urn:microsoft.com/office/officeart/2018/5/layout/IconLeafLabelList"/>
    <dgm:cxn modelId="{3C8D5859-A17C-4435-8A86-F8973109ED89}" type="presParOf" srcId="{803635C3-72F5-4FB8-B47B-A405653D9A1D}" destId="{E767DCCE-E3B5-456A-93F1-6EC829A1716A}" srcOrd="5" destOrd="0" presId="urn:microsoft.com/office/officeart/2018/5/layout/IconLeafLabelList"/>
    <dgm:cxn modelId="{F29CE7AF-1E5E-46F6-ACB4-1015D25867BF}" type="presParOf" srcId="{803635C3-72F5-4FB8-B47B-A405653D9A1D}" destId="{4B46B307-7246-44FD-97C9-9883DC73DECD}" srcOrd="6" destOrd="0" presId="urn:microsoft.com/office/officeart/2018/5/layout/IconLeafLabelList"/>
    <dgm:cxn modelId="{C857F300-87E7-4CBC-96F5-25B53CCFF2D3}" type="presParOf" srcId="{4B46B307-7246-44FD-97C9-9883DC73DECD}" destId="{8AC969DA-BF29-4938-A244-92BCF627056D}" srcOrd="0" destOrd="0" presId="urn:microsoft.com/office/officeart/2018/5/layout/IconLeafLabelList"/>
    <dgm:cxn modelId="{FFBBCAD2-F6A9-417E-B57D-23761111AAE6}" type="presParOf" srcId="{4B46B307-7246-44FD-97C9-9883DC73DECD}" destId="{B67117BE-2F18-47BA-86ED-17D22B6EBC55}" srcOrd="1" destOrd="0" presId="urn:microsoft.com/office/officeart/2018/5/layout/IconLeafLabelList"/>
    <dgm:cxn modelId="{CCE06D16-56F8-423A-8725-F8AC0852483D}" type="presParOf" srcId="{4B46B307-7246-44FD-97C9-9883DC73DECD}" destId="{AB780B8C-182A-4EB5-B1E6-F02CE6EE5621}" srcOrd="2" destOrd="0" presId="urn:microsoft.com/office/officeart/2018/5/layout/IconLeafLabelList"/>
    <dgm:cxn modelId="{E4DC9905-9985-4D0E-A551-20DC0418D24E}" type="presParOf" srcId="{4B46B307-7246-44FD-97C9-9883DC73DECD}" destId="{5AA28F4D-33DD-47A2-8C97-1FDC0662D63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0EE7D-BBA4-465F-A5A5-162EF6F87603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A0337-D579-46AB-B57B-449695A48BB2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491C3-DE11-426E-A9CB-75D635D226A1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Las señales de audio suelen tener bajo nivel de voltaje.</a:t>
          </a:r>
        </a:p>
      </dsp:txBody>
      <dsp:txXfrm>
        <a:off x="1350519" y="499"/>
        <a:ext cx="5863080" cy="1169280"/>
      </dsp:txXfrm>
    </dsp:sp>
    <dsp:sp modelId="{94B43A7C-D6A1-491C-9B1A-87FBFC0C471D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A527A-90D6-40A1-9D77-F552473DF918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E770A5-47EB-49FD-8274-A1E407597838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Los amplificadores permiten aumentar su amplitud.</a:t>
          </a:r>
        </a:p>
      </dsp:txBody>
      <dsp:txXfrm>
        <a:off x="1350519" y="1462100"/>
        <a:ext cx="5863080" cy="1169280"/>
      </dsp:txXfrm>
    </dsp:sp>
    <dsp:sp modelId="{F570964C-4406-47B0-8D80-C392AB1246DC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50E89-3C76-4012-8664-FA913390B228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857C7-4F61-4185-AB14-665B98E2815A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 utilizan transistores BJT para controlar señales pequeñas y obtener mayor potencia.</a:t>
          </a:r>
        </a:p>
      </dsp:txBody>
      <dsp:txXfrm>
        <a:off x="1350519" y="2923701"/>
        <a:ext cx="5863080" cy="1169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2BA57-9793-474E-85B6-13DFC4A5747E}">
      <dsp:nvSpPr>
        <dsp:cNvPr id="0" name=""/>
        <dsp:cNvSpPr/>
      </dsp:nvSpPr>
      <dsp:spPr>
        <a:xfrm>
          <a:off x="426956" y="838218"/>
          <a:ext cx="1132312" cy="11323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CA35D-9971-4C77-82AC-B0B47608CCC3}">
      <dsp:nvSpPr>
        <dsp:cNvPr id="0" name=""/>
        <dsp:cNvSpPr/>
      </dsp:nvSpPr>
      <dsp:spPr>
        <a:xfrm>
          <a:off x="668268" y="1079531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03A57-DF38-4CFA-9674-EEEBA07EEB50}">
      <dsp:nvSpPr>
        <dsp:cNvPr id="0" name=""/>
        <dsp:cNvSpPr/>
      </dsp:nvSpPr>
      <dsp:spPr>
        <a:xfrm>
          <a:off x="64987" y="2323218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Diseñar, analizar, simular e implementar un amplificador multietapa.</a:t>
          </a:r>
        </a:p>
      </dsp:txBody>
      <dsp:txXfrm>
        <a:off x="64987" y="2323218"/>
        <a:ext cx="1856250" cy="720000"/>
      </dsp:txXfrm>
    </dsp:sp>
    <dsp:sp modelId="{B8C00BB5-8F28-4BF6-B189-2B8AFFE30710}">
      <dsp:nvSpPr>
        <dsp:cNvPr id="0" name=""/>
        <dsp:cNvSpPr/>
      </dsp:nvSpPr>
      <dsp:spPr>
        <a:xfrm>
          <a:off x="2608050" y="838218"/>
          <a:ext cx="1132312" cy="11323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122C28-E94E-4579-8E64-8CDD8641463E}">
      <dsp:nvSpPr>
        <dsp:cNvPr id="0" name=""/>
        <dsp:cNvSpPr/>
      </dsp:nvSpPr>
      <dsp:spPr>
        <a:xfrm>
          <a:off x="2849362" y="1079530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1541F-1577-48D5-9456-57AB66588DCF}">
      <dsp:nvSpPr>
        <dsp:cNvPr id="0" name=""/>
        <dsp:cNvSpPr/>
      </dsp:nvSpPr>
      <dsp:spPr>
        <a:xfrm>
          <a:off x="2246081" y="2323218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Usar transistores BJT.</a:t>
          </a:r>
        </a:p>
      </dsp:txBody>
      <dsp:txXfrm>
        <a:off x="2246081" y="2323218"/>
        <a:ext cx="1856250" cy="720000"/>
      </dsp:txXfrm>
    </dsp:sp>
    <dsp:sp modelId="{6014F5F6-3B55-45DA-AE9A-485376D1D28E}">
      <dsp:nvSpPr>
        <dsp:cNvPr id="0" name=""/>
        <dsp:cNvSpPr/>
      </dsp:nvSpPr>
      <dsp:spPr>
        <a:xfrm>
          <a:off x="4789144" y="838218"/>
          <a:ext cx="1132312" cy="11323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541CF-C1AF-42AB-A479-332B74589E1E}">
      <dsp:nvSpPr>
        <dsp:cNvPr id="0" name=""/>
        <dsp:cNvSpPr/>
      </dsp:nvSpPr>
      <dsp:spPr>
        <a:xfrm>
          <a:off x="5030456" y="1079530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C1F5F-4B06-4F18-A48B-CB450C0BDE34}">
      <dsp:nvSpPr>
        <dsp:cNvPr id="0" name=""/>
        <dsp:cNvSpPr/>
      </dsp:nvSpPr>
      <dsp:spPr>
        <a:xfrm>
          <a:off x="4427175" y="2323218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Obtener una ganancia de voltaje aproximada entre 300 y 400.</a:t>
          </a:r>
        </a:p>
      </dsp:txBody>
      <dsp:txXfrm>
        <a:off x="4427175" y="2323218"/>
        <a:ext cx="185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1CE48-0CE5-41CA-9E92-2B5A5D6853C2}">
      <dsp:nvSpPr>
        <dsp:cNvPr id="0" name=""/>
        <dsp:cNvSpPr/>
      </dsp:nvSpPr>
      <dsp:spPr>
        <a:xfrm>
          <a:off x="0" y="0"/>
          <a:ext cx="4888278" cy="6986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 sistema está compuesto por tres etapas:</a:t>
          </a:r>
        </a:p>
      </dsp:txBody>
      <dsp:txXfrm>
        <a:off x="20463" y="20463"/>
        <a:ext cx="4052627" cy="657732"/>
      </dsp:txXfrm>
    </dsp:sp>
    <dsp:sp modelId="{C44A0E4D-5FC3-4F3F-84C7-C654C053F402}">
      <dsp:nvSpPr>
        <dsp:cNvPr id="0" name=""/>
        <dsp:cNvSpPr/>
      </dsp:nvSpPr>
      <dsp:spPr>
        <a:xfrm>
          <a:off x="365033" y="795694"/>
          <a:ext cx="4888278" cy="698658"/>
        </a:xfrm>
        <a:prstGeom prst="roundRect">
          <a:avLst>
            <a:gd name="adj" fmla="val 10000"/>
          </a:avLst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Etapa 1: Emisor común</a:t>
          </a:r>
        </a:p>
      </dsp:txBody>
      <dsp:txXfrm>
        <a:off x="385496" y="816157"/>
        <a:ext cx="4028190" cy="657732"/>
      </dsp:txXfrm>
    </dsp:sp>
    <dsp:sp modelId="{2F1A579B-DC64-423E-AD88-6CF7B9175EE1}">
      <dsp:nvSpPr>
        <dsp:cNvPr id="0" name=""/>
        <dsp:cNvSpPr/>
      </dsp:nvSpPr>
      <dsp:spPr>
        <a:xfrm>
          <a:off x="730067" y="1591389"/>
          <a:ext cx="4888278" cy="698658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Etapa 2: Emisor común</a:t>
          </a:r>
        </a:p>
      </dsp:txBody>
      <dsp:txXfrm>
        <a:off x="750530" y="1611852"/>
        <a:ext cx="4028190" cy="657732"/>
      </dsp:txXfrm>
    </dsp:sp>
    <dsp:sp modelId="{DDFA04F8-581A-403E-AFD0-1F648BF44DD1}">
      <dsp:nvSpPr>
        <dsp:cNvPr id="0" name=""/>
        <dsp:cNvSpPr/>
      </dsp:nvSpPr>
      <dsp:spPr>
        <a:xfrm>
          <a:off x="1095101" y="2387083"/>
          <a:ext cx="4888278" cy="698658"/>
        </a:xfrm>
        <a:prstGeom prst="roundRect">
          <a:avLst>
            <a:gd name="adj" fmla="val 10000"/>
          </a:avLst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Etapa 3: Colector común (seguidor de emisor)</a:t>
          </a:r>
        </a:p>
      </dsp:txBody>
      <dsp:txXfrm>
        <a:off x="1115564" y="2407546"/>
        <a:ext cx="4028190" cy="657732"/>
      </dsp:txXfrm>
    </dsp:sp>
    <dsp:sp modelId="{2E85583F-6785-4528-B602-A9E54B6211AF}">
      <dsp:nvSpPr>
        <dsp:cNvPr id="0" name=""/>
        <dsp:cNvSpPr/>
      </dsp:nvSpPr>
      <dsp:spPr>
        <a:xfrm>
          <a:off x="1460134" y="3182778"/>
          <a:ext cx="4888278" cy="698658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Cada etapa cumple una función específica en la amplificación.</a:t>
          </a:r>
        </a:p>
      </dsp:txBody>
      <dsp:txXfrm>
        <a:off x="1480597" y="3203241"/>
        <a:ext cx="4028190" cy="657732"/>
      </dsp:txXfrm>
    </dsp:sp>
    <dsp:sp modelId="{DAFC9065-8781-44B7-BEAF-2F21E1E6343C}">
      <dsp:nvSpPr>
        <dsp:cNvPr id="0" name=""/>
        <dsp:cNvSpPr/>
      </dsp:nvSpPr>
      <dsp:spPr>
        <a:xfrm>
          <a:off x="4434149" y="510408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536328" y="510408"/>
        <a:ext cx="249770" cy="341731"/>
      </dsp:txXfrm>
    </dsp:sp>
    <dsp:sp modelId="{348D10C6-6B13-4AF1-98FC-C6B7D7BE4B49}">
      <dsp:nvSpPr>
        <dsp:cNvPr id="0" name=""/>
        <dsp:cNvSpPr/>
      </dsp:nvSpPr>
      <dsp:spPr>
        <a:xfrm>
          <a:off x="4799183" y="1306103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363946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6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901362" y="1306103"/>
        <a:ext cx="249770" cy="341731"/>
      </dsp:txXfrm>
    </dsp:sp>
    <dsp:sp modelId="{6B2C4B1B-986F-4293-AD8C-EDD225266CDD}">
      <dsp:nvSpPr>
        <dsp:cNvPr id="0" name=""/>
        <dsp:cNvSpPr/>
      </dsp:nvSpPr>
      <dsp:spPr>
        <a:xfrm>
          <a:off x="5164217" y="2090153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727893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3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266396" y="2090153"/>
        <a:ext cx="249770" cy="341731"/>
      </dsp:txXfrm>
    </dsp:sp>
    <dsp:sp modelId="{AC17CAD0-A0CE-4C9D-9E5B-AC9C154A0D14}">
      <dsp:nvSpPr>
        <dsp:cNvPr id="0" name=""/>
        <dsp:cNvSpPr/>
      </dsp:nvSpPr>
      <dsp:spPr>
        <a:xfrm>
          <a:off x="5529251" y="2893611"/>
          <a:ext cx="454128" cy="4541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631430" y="2893611"/>
        <a:ext cx="249770" cy="341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A3A99-3C73-40E5-A0AB-981494EF1A24}">
      <dsp:nvSpPr>
        <dsp:cNvPr id="0" name=""/>
        <dsp:cNvSpPr/>
      </dsp:nvSpPr>
      <dsp:spPr>
        <a:xfrm>
          <a:off x="1007104" y="576"/>
          <a:ext cx="893197" cy="8931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45144-DAF0-4C2A-9EE0-35DCD239FC43}">
      <dsp:nvSpPr>
        <dsp:cNvPr id="0" name=""/>
        <dsp:cNvSpPr/>
      </dsp:nvSpPr>
      <dsp:spPr>
        <a:xfrm>
          <a:off x="1197458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5D320-603D-4276-9A96-EB3516CA6784}">
      <dsp:nvSpPr>
        <dsp:cNvPr id="0" name=""/>
        <dsp:cNvSpPr/>
      </dsp:nvSpPr>
      <dsp:spPr>
        <a:xfrm>
          <a:off x="721574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Amplifica la señal de entrada.</a:t>
          </a:r>
        </a:p>
      </dsp:txBody>
      <dsp:txXfrm>
        <a:off x="721574" y="1171983"/>
        <a:ext cx="1464257" cy="585703"/>
      </dsp:txXfrm>
    </dsp:sp>
    <dsp:sp modelId="{0034EE53-1D1A-4811-9038-9AB692AD7FE1}">
      <dsp:nvSpPr>
        <dsp:cNvPr id="0" name=""/>
        <dsp:cNvSpPr/>
      </dsp:nvSpPr>
      <dsp:spPr>
        <a:xfrm>
          <a:off x="2727607" y="576"/>
          <a:ext cx="893197" cy="8931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A1C6C-8415-4ACF-B4CE-8980C9E84B25}">
      <dsp:nvSpPr>
        <dsp:cNvPr id="0" name=""/>
        <dsp:cNvSpPr/>
      </dsp:nvSpPr>
      <dsp:spPr>
        <a:xfrm>
          <a:off x="2917961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FA569-46F1-4E8D-88C8-0076869CE293}">
      <dsp:nvSpPr>
        <dsp:cNvPr id="0" name=""/>
        <dsp:cNvSpPr/>
      </dsp:nvSpPr>
      <dsp:spPr>
        <a:xfrm>
          <a:off x="2442077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Aumenta voltaje y corriente.</a:t>
          </a:r>
        </a:p>
      </dsp:txBody>
      <dsp:txXfrm>
        <a:off x="2442077" y="1171983"/>
        <a:ext cx="1464257" cy="585703"/>
      </dsp:txXfrm>
    </dsp:sp>
    <dsp:sp modelId="{6F76AC6F-62E1-4A5D-A4AD-34D0B499576E}">
      <dsp:nvSpPr>
        <dsp:cNvPr id="0" name=""/>
        <dsp:cNvSpPr/>
      </dsp:nvSpPr>
      <dsp:spPr>
        <a:xfrm>
          <a:off x="4448110" y="576"/>
          <a:ext cx="893197" cy="8931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6887C-1A85-49B5-B0BA-6CFD3F96485C}">
      <dsp:nvSpPr>
        <dsp:cNvPr id="0" name=""/>
        <dsp:cNvSpPr/>
      </dsp:nvSpPr>
      <dsp:spPr>
        <a:xfrm>
          <a:off x="4638464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588A6-E932-4064-BB99-9B604C76BC75}">
      <dsp:nvSpPr>
        <dsp:cNvPr id="0" name=""/>
        <dsp:cNvSpPr/>
      </dsp:nvSpPr>
      <dsp:spPr>
        <a:xfrm>
          <a:off x="4162580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Ganancia aproximada: 20.</a:t>
          </a:r>
        </a:p>
      </dsp:txBody>
      <dsp:txXfrm>
        <a:off x="4162580" y="1171983"/>
        <a:ext cx="1464257" cy="585703"/>
      </dsp:txXfrm>
    </dsp:sp>
    <dsp:sp modelId="{33413F00-3EF2-4CBE-A9C7-8B316369216B}">
      <dsp:nvSpPr>
        <dsp:cNvPr id="0" name=""/>
        <dsp:cNvSpPr/>
      </dsp:nvSpPr>
      <dsp:spPr>
        <a:xfrm>
          <a:off x="2727607" y="2123750"/>
          <a:ext cx="893197" cy="8931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CD49A-ACA7-41E8-B98C-C656454AA4E3}">
      <dsp:nvSpPr>
        <dsp:cNvPr id="0" name=""/>
        <dsp:cNvSpPr/>
      </dsp:nvSpPr>
      <dsp:spPr>
        <a:xfrm>
          <a:off x="2917961" y="2314104"/>
          <a:ext cx="512490" cy="5124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B679F-8CE4-4BD6-A901-94AD7AAC7A8F}">
      <dsp:nvSpPr>
        <dsp:cNvPr id="0" name=""/>
        <dsp:cNvSpPr/>
      </dsp:nvSpPr>
      <dsp:spPr>
        <a:xfrm>
          <a:off x="2442077" y="3295156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Transistor: BC547B.</a:t>
          </a:r>
        </a:p>
      </dsp:txBody>
      <dsp:txXfrm>
        <a:off x="2442077" y="3295156"/>
        <a:ext cx="1464257" cy="5857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DF3C1-8A6D-461C-BE34-C38B8F28E9B7}">
      <dsp:nvSpPr>
        <dsp:cNvPr id="0" name=""/>
        <dsp:cNvSpPr/>
      </dsp:nvSpPr>
      <dsp:spPr>
        <a:xfrm>
          <a:off x="0" y="2051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B8559-D1F6-4329-A8A5-33B8C77C4137}">
      <dsp:nvSpPr>
        <dsp:cNvPr id="0" name=""/>
        <dsp:cNvSpPr/>
      </dsp:nvSpPr>
      <dsp:spPr>
        <a:xfrm>
          <a:off x="314458" y="235946"/>
          <a:ext cx="571743" cy="571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2D638-6114-48F2-A808-17DAAB0C9520}">
      <dsp:nvSpPr>
        <dsp:cNvPr id="0" name=""/>
        <dsp:cNvSpPr/>
      </dsp:nvSpPr>
      <dsp:spPr>
        <a:xfrm>
          <a:off x="1200661" y="2051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Proporciona una amplificación adicional.</a:t>
          </a:r>
        </a:p>
      </dsp:txBody>
      <dsp:txXfrm>
        <a:off x="1200661" y="2051"/>
        <a:ext cx="3746385" cy="1039533"/>
      </dsp:txXfrm>
    </dsp:sp>
    <dsp:sp modelId="{CC417551-BD56-465F-9308-229B00FAD3BC}">
      <dsp:nvSpPr>
        <dsp:cNvPr id="0" name=""/>
        <dsp:cNvSpPr/>
      </dsp:nvSpPr>
      <dsp:spPr>
        <a:xfrm>
          <a:off x="0" y="1301468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0E690E-2E31-4C26-801D-585525701A90}">
      <dsp:nvSpPr>
        <dsp:cNvPr id="0" name=""/>
        <dsp:cNvSpPr/>
      </dsp:nvSpPr>
      <dsp:spPr>
        <a:xfrm>
          <a:off x="314458" y="1535363"/>
          <a:ext cx="571743" cy="571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B8586-A603-415B-9C52-EC26B486D79F}">
      <dsp:nvSpPr>
        <dsp:cNvPr id="0" name=""/>
        <dsp:cNvSpPr/>
      </dsp:nvSpPr>
      <dsp:spPr>
        <a:xfrm>
          <a:off x="1200661" y="1301468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Invierte la señal 180°.</a:t>
          </a:r>
        </a:p>
      </dsp:txBody>
      <dsp:txXfrm>
        <a:off x="1200661" y="1301468"/>
        <a:ext cx="3746385" cy="1039533"/>
      </dsp:txXfrm>
    </dsp:sp>
    <dsp:sp modelId="{869133CE-3D1B-4198-BFF1-54B4497D723C}">
      <dsp:nvSpPr>
        <dsp:cNvPr id="0" name=""/>
        <dsp:cNvSpPr/>
      </dsp:nvSpPr>
      <dsp:spPr>
        <a:xfrm>
          <a:off x="0" y="2600885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53DEB-AFFC-4D9C-B008-B6298E878804}">
      <dsp:nvSpPr>
        <dsp:cNvPr id="0" name=""/>
        <dsp:cNvSpPr/>
      </dsp:nvSpPr>
      <dsp:spPr>
        <a:xfrm>
          <a:off x="314458" y="2834780"/>
          <a:ext cx="571743" cy="571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D3404-E1C2-4426-BC05-555F7CD33232}">
      <dsp:nvSpPr>
        <dsp:cNvPr id="0" name=""/>
        <dsp:cNvSpPr/>
      </dsp:nvSpPr>
      <dsp:spPr>
        <a:xfrm>
          <a:off x="1200661" y="2600885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Ganancia aproximada: 20.</a:t>
          </a:r>
        </a:p>
      </dsp:txBody>
      <dsp:txXfrm>
        <a:off x="1200661" y="2600885"/>
        <a:ext cx="3746385" cy="1039533"/>
      </dsp:txXfrm>
    </dsp:sp>
    <dsp:sp modelId="{721CB743-3830-4026-9EDD-29E3C854404C}">
      <dsp:nvSpPr>
        <dsp:cNvPr id="0" name=""/>
        <dsp:cNvSpPr/>
      </dsp:nvSpPr>
      <dsp:spPr>
        <a:xfrm>
          <a:off x="0" y="3900303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2C635-92CB-45D8-91C5-F5689A4299BA}">
      <dsp:nvSpPr>
        <dsp:cNvPr id="0" name=""/>
        <dsp:cNvSpPr/>
      </dsp:nvSpPr>
      <dsp:spPr>
        <a:xfrm>
          <a:off x="314458" y="4134198"/>
          <a:ext cx="571743" cy="571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3A6F8-FB18-45F8-8EC2-898F8B3198EB}">
      <dsp:nvSpPr>
        <dsp:cNvPr id="0" name=""/>
        <dsp:cNvSpPr/>
      </dsp:nvSpPr>
      <dsp:spPr>
        <a:xfrm>
          <a:off x="1200661" y="3900303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Transistor: BC547B.</a:t>
          </a:r>
        </a:p>
      </dsp:txBody>
      <dsp:txXfrm>
        <a:off x="1200661" y="3900303"/>
        <a:ext cx="3746385" cy="10395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10369-0FA4-4519-B5F1-8219170F43F9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4FFDC-913A-4E1B-92D6-5A21390D3AC5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B61A5-4670-4EAF-AB96-2872AA915B6F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Capacitores de acoplamiento: permiten pasar señal AC.</a:t>
          </a:r>
        </a:p>
      </dsp:txBody>
      <dsp:txXfrm>
        <a:off x="1350519" y="499"/>
        <a:ext cx="5863080" cy="1169280"/>
      </dsp:txXfrm>
    </dsp:sp>
    <dsp:sp modelId="{D8D93613-4492-4FAA-85ED-1E279A1F46CB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C0433-D658-4246-BA87-FB513CEECCF8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869105-0ED9-412C-A015-6FC092B94CDF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Bloquean componente DC entre etapas.</a:t>
          </a:r>
        </a:p>
      </dsp:txBody>
      <dsp:txXfrm>
        <a:off x="1350519" y="1462100"/>
        <a:ext cx="5863080" cy="1169280"/>
      </dsp:txXfrm>
    </dsp:sp>
    <dsp:sp modelId="{D0543F9D-7D8B-430A-84DF-E5B7B53C2C51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A967C-D8BE-444E-92ED-755A0C4FDE4A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3885B-CAFC-4DE0-A1C8-650FDAB881BA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Capacitores de bypass: aumentan la ganancia.</a:t>
          </a:r>
        </a:p>
      </dsp:txBody>
      <dsp:txXfrm>
        <a:off x="1350519" y="2923701"/>
        <a:ext cx="5863080" cy="11692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275CC-5863-4A3F-B9E6-A7A05A8FB109}">
      <dsp:nvSpPr>
        <dsp:cNvPr id="0" name=""/>
        <dsp:cNvSpPr/>
      </dsp:nvSpPr>
      <dsp:spPr>
        <a:xfrm>
          <a:off x="2113" y="1488014"/>
          <a:ext cx="1508938" cy="958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135F1-F221-46BF-B679-562A9C685F90}">
      <dsp:nvSpPr>
        <dsp:cNvPr id="0" name=""/>
        <dsp:cNvSpPr/>
      </dsp:nvSpPr>
      <dsp:spPr>
        <a:xfrm>
          <a:off x="169773" y="1647291"/>
          <a:ext cx="1508938" cy="958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Simulación realizada en Multisim.</a:t>
          </a:r>
        </a:p>
      </dsp:txBody>
      <dsp:txXfrm>
        <a:off x="197837" y="1675355"/>
        <a:ext cx="1452810" cy="902048"/>
      </dsp:txXfrm>
    </dsp:sp>
    <dsp:sp modelId="{5BE44C02-0252-41CF-9CB8-3E33DAD6E0B2}">
      <dsp:nvSpPr>
        <dsp:cNvPr id="0" name=""/>
        <dsp:cNvSpPr/>
      </dsp:nvSpPr>
      <dsp:spPr>
        <a:xfrm>
          <a:off x="1846371" y="1488014"/>
          <a:ext cx="1508938" cy="958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4DCEA-AD06-484C-AD00-9F1002EC5C80}">
      <dsp:nvSpPr>
        <dsp:cNvPr id="0" name=""/>
        <dsp:cNvSpPr/>
      </dsp:nvSpPr>
      <dsp:spPr>
        <a:xfrm>
          <a:off x="2014031" y="1647291"/>
          <a:ext cx="1508938" cy="958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Diseño de PCB en Proteus.</a:t>
          </a:r>
        </a:p>
      </dsp:txBody>
      <dsp:txXfrm>
        <a:off x="2042095" y="1675355"/>
        <a:ext cx="1452810" cy="902048"/>
      </dsp:txXfrm>
    </dsp:sp>
    <dsp:sp modelId="{D70F72C4-74F5-4489-B6AC-77320F99B4B2}">
      <dsp:nvSpPr>
        <dsp:cNvPr id="0" name=""/>
        <dsp:cNvSpPr/>
      </dsp:nvSpPr>
      <dsp:spPr>
        <a:xfrm>
          <a:off x="3690629" y="1488014"/>
          <a:ext cx="1508938" cy="958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73037-ACFF-4B88-BC4F-EFF5474A021C}">
      <dsp:nvSpPr>
        <dsp:cNvPr id="0" name=""/>
        <dsp:cNvSpPr/>
      </dsp:nvSpPr>
      <dsp:spPr>
        <a:xfrm>
          <a:off x="3858289" y="1647291"/>
          <a:ext cx="1508938" cy="958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Fabricación mediante transferencia térmica.</a:t>
          </a:r>
        </a:p>
      </dsp:txBody>
      <dsp:txXfrm>
        <a:off x="3886353" y="1675355"/>
        <a:ext cx="1452810" cy="902048"/>
      </dsp:txXfrm>
    </dsp:sp>
    <dsp:sp modelId="{171C179F-CF65-4857-A7DC-86C3DD4D3AF7}">
      <dsp:nvSpPr>
        <dsp:cNvPr id="0" name=""/>
        <dsp:cNvSpPr/>
      </dsp:nvSpPr>
      <dsp:spPr>
        <a:xfrm>
          <a:off x="5534888" y="1488014"/>
          <a:ext cx="1508938" cy="9581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AEED0-8AC4-43D6-A4BC-D9C5B651ADE8}">
      <dsp:nvSpPr>
        <dsp:cNvPr id="0" name=""/>
        <dsp:cNvSpPr/>
      </dsp:nvSpPr>
      <dsp:spPr>
        <a:xfrm>
          <a:off x="5702548" y="1647291"/>
          <a:ext cx="1508938" cy="958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Montaje final sobre placa de cobre.</a:t>
          </a:r>
        </a:p>
      </dsp:txBody>
      <dsp:txXfrm>
        <a:off x="5730612" y="1675355"/>
        <a:ext cx="1452810" cy="9020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56735-7CEE-451F-8150-9CBD616B857D}">
      <dsp:nvSpPr>
        <dsp:cNvPr id="0" name=""/>
        <dsp:cNvSpPr/>
      </dsp:nvSpPr>
      <dsp:spPr>
        <a:xfrm>
          <a:off x="314144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076BD-0995-41A3-803E-2C9E779C194F}">
      <dsp:nvSpPr>
        <dsp:cNvPr id="0" name=""/>
        <dsp:cNvSpPr/>
      </dsp:nvSpPr>
      <dsp:spPr>
        <a:xfrm>
          <a:off x="521179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01A2F-9AF9-4953-88FC-D816835F55E7}">
      <dsp:nvSpPr>
        <dsp:cNvPr id="0" name=""/>
        <dsp:cNvSpPr/>
      </dsp:nvSpPr>
      <dsp:spPr>
        <a:xfrm>
          <a:off x="359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Se logró diseñar y construir un amplificador multietapa.</a:t>
          </a:r>
        </a:p>
      </dsp:txBody>
      <dsp:txXfrm>
        <a:off x="3591" y="2365256"/>
        <a:ext cx="1592578" cy="637031"/>
      </dsp:txXfrm>
    </dsp:sp>
    <dsp:sp modelId="{1572C564-606C-4A92-8214-6F4D42E8F4DF}">
      <dsp:nvSpPr>
        <dsp:cNvPr id="0" name=""/>
        <dsp:cNvSpPr/>
      </dsp:nvSpPr>
      <dsp:spPr>
        <a:xfrm>
          <a:off x="2185424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B827A-20C2-4360-9C53-FF66AEFB2102}">
      <dsp:nvSpPr>
        <dsp:cNvPr id="0" name=""/>
        <dsp:cNvSpPr/>
      </dsp:nvSpPr>
      <dsp:spPr>
        <a:xfrm>
          <a:off x="2392459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0FB1A-CBD0-49DA-A6E3-5CCB75A8D414}">
      <dsp:nvSpPr>
        <dsp:cNvPr id="0" name=""/>
        <dsp:cNvSpPr/>
      </dsp:nvSpPr>
      <dsp:spPr>
        <a:xfrm>
          <a:off x="187487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Las etapas permitieron alcanzar una alta ganancia total.</a:t>
          </a:r>
        </a:p>
      </dsp:txBody>
      <dsp:txXfrm>
        <a:off x="1874871" y="2365256"/>
        <a:ext cx="1592578" cy="637031"/>
      </dsp:txXfrm>
    </dsp:sp>
    <dsp:sp modelId="{F033A74E-5B37-4C4F-9C57-CDF53AF0A185}">
      <dsp:nvSpPr>
        <dsp:cNvPr id="0" name=""/>
        <dsp:cNvSpPr/>
      </dsp:nvSpPr>
      <dsp:spPr>
        <a:xfrm>
          <a:off x="4056703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78B794-68D4-4F7D-95AD-51EC6D7F1DAF}">
      <dsp:nvSpPr>
        <dsp:cNvPr id="0" name=""/>
        <dsp:cNvSpPr/>
      </dsp:nvSpPr>
      <dsp:spPr>
        <a:xfrm>
          <a:off x="4263738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11949-68FD-4138-9EAB-A7E0B3B5368C}">
      <dsp:nvSpPr>
        <dsp:cNvPr id="0" name=""/>
        <dsp:cNvSpPr/>
      </dsp:nvSpPr>
      <dsp:spPr>
        <a:xfrm>
          <a:off x="3746150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Se aplicaron conceptos de polarización y análisis en AC y DC.</a:t>
          </a:r>
        </a:p>
      </dsp:txBody>
      <dsp:txXfrm>
        <a:off x="3746150" y="2365256"/>
        <a:ext cx="1592578" cy="637031"/>
      </dsp:txXfrm>
    </dsp:sp>
    <dsp:sp modelId="{8AC969DA-BF29-4938-A244-92BCF627056D}">
      <dsp:nvSpPr>
        <dsp:cNvPr id="0" name=""/>
        <dsp:cNvSpPr/>
      </dsp:nvSpPr>
      <dsp:spPr>
        <a:xfrm>
          <a:off x="5927982" y="1091194"/>
          <a:ext cx="971472" cy="9714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7117BE-2F18-47BA-86ED-17D22B6EBC55}">
      <dsp:nvSpPr>
        <dsp:cNvPr id="0" name=""/>
        <dsp:cNvSpPr/>
      </dsp:nvSpPr>
      <dsp:spPr>
        <a:xfrm>
          <a:off x="6135017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28F4D-33DD-47A2-8C97-1FDC0662D633}">
      <dsp:nvSpPr>
        <dsp:cNvPr id="0" name=""/>
        <dsp:cNvSpPr/>
      </dsp:nvSpPr>
      <dsp:spPr>
        <a:xfrm>
          <a:off x="5617429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El proyecto permitió conectar teoría con práctica.</a:t>
          </a:r>
        </a:p>
      </dsp:txBody>
      <dsp:txXfrm>
        <a:off x="5617429" y="2365256"/>
        <a:ext cx="1592578" cy="637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8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7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9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5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2703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66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0424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00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8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5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8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CO" sz="3100" dirty="0"/>
              <a:t>Amplificador Multietapa BJT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rPr dirty="0"/>
              <a:t>Proyecto de </a:t>
            </a:r>
            <a:r>
              <a:rPr dirty="0" err="1"/>
              <a:t>Electrónica</a:t>
            </a:r>
            <a:r>
              <a:rPr dirty="0"/>
              <a:t> II</a:t>
            </a:r>
          </a:p>
          <a:p>
            <a:r>
              <a:rPr dirty="0" err="1"/>
              <a:t>Amplificador</a:t>
            </a:r>
            <a:r>
              <a:rPr dirty="0"/>
              <a:t> </a:t>
            </a:r>
            <a:r>
              <a:rPr lang="es-CO" dirty="0"/>
              <a:t>Multietapa BJT</a:t>
            </a:r>
          </a:p>
          <a:p>
            <a:endParaRPr lang="es-CO" dirty="0"/>
          </a:p>
          <a:p>
            <a:pPr marL="0" indent="0">
              <a:buNone/>
            </a:pPr>
            <a:r>
              <a:rPr lang="es-CO" dirty="0"/>
              <a:t>Presentado por: </a:t>
            </a:r>
          </a:p>
          <a:p>
            <a:pPr marL="0" indent="0">
              <a:buNone/>
            </a:pPr>
            <a:r>
              <a:rPr lang="es-CO" dirty="0"/>
              <a:t>María Ángel López Pianeta, Stiven Jesús Martinez Ariza, Luis Alberto Mercado Henao, Haslhy Palencia Bolívar, Luisa Fernanda Peñaranda Noguera.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s-CO" dirty="0"/>
              <a:t>Circuitos amplificadores 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24E984-91B9-13A2-02C9-73206C360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51874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Objetivo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04CE25-DAB7-A03C-99EF-D4F8B32400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405371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Estructura del Amplificador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B1F58C-6D55-7370-94A7-C2CD80810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931398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Etapa 1 – Emisor Común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E2B264-DC35-A47C-DE39-A4DC2CE06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539326"/>
              </p:ext>
            </p:extLst>
          </p:nvPr>
        </p:nvGraphicFramePr>
        <p:xfrm>
          <a:off x="609600" y="2160588"/>
          <a:ext cx="6348413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t>Etapa 2 – Emisor Común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B7D6115-2BDF-13D6-A250-859D41E86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4548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CO"/>
              <a:t>Etapa 3 – Colector Común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r>
              <a:rPr lang="es-ES" dirty="0"/>
              <a:t>Configuración emisor – Seguidor </a:t>
            </a:r>
          </a:p>
          <a:p>
            <a:r>
              <a:rPr lang="es-ES" dirty="0"/>
              <a:t>Permite manejar la carga (parlante).</a:t>
            </a:r>
          </a:p>
          <a:p>
            <a:r>
              <a:rPr lang="es-ES" dirty="0"/>
              <a:t>Alta ganancia de corriente.</a:t>
            </a:r>
          </a:p>
          <a:p>
            <a:r>
              <a:rPr lang="es-ES" dirty="0"/>
              <a:t>Uso de par Darlington.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s-CO"/>
              <a:t>Capacitores del Circuito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186F83-268D-FDFF-E8F0-0887FEBC0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419266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C1F18-943F-A6F0-68F0-6425645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ESQUEMA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14ACBD8-6F4F-EB20-E617-A8A87C9C0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008" y="1805792"/>
            <a:ext cx="7426123" cy="31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1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s-CO"/>
              <a:t>Simulación y Construcción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A31060-74BD-AEF9-8C76-AF6929D70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18122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s-CO"/>
              <a:t>Conclusiones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FCDD09-88B1-590A-305B-3B95CB1AB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39348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313</Words>
  <Application>Microsoft Office PowerPoint</Application>
  <PresentationFormat>Presentación en pantalla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</vt:lpstr>
      <vt:lpstr>Amplificador Multietapa BJT</vt:lpstr>
      <vt:lpstr>Circuitos amplificadores </vt:lpstr>
      <vt:lpstr>Objetivo del Proyecto</vt:lpstr>
      <vt:lpstr>Estructura del Amplificador</vt:lpstr>
      <vt:lpstr>Etapa 1 – Emisor Común</vt:lpstr>
      <vt:lpstr>Etapa 2 – Emisor Común</vt:lpstr>
      <vt:lpstr>Etapa 3 – Colector Común</vt:lpstr>
      <vt:lpstr>Capacitores del Circuito</vt:lpstr>
      <vt:lpstr>ESQUEMA </vt:lpstr>
      <vt:lpstr>Simulación y Construcción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HASLHY PALENCIA BOLIVAR</cp:lastModifiedBy>
  <cp:revision>4</cp:revision>
  <dcterms:created xsi:type="dcterms:W3CDTF">2013-01-27T09:14:16Z</dcterms:created>
  <dcterms:modified xsi:type="dcterms:W3CDTF">2026-03-16T16:03:01Z</dcterms:modified>
  <cp:category/>
</cp:coreProperties>
</file>